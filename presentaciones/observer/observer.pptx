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cd71e571e742c4" /><Relationship Type="http://schemas.openxmlformats.org/officeDocument/2006/relationships/extended-properties" Target="/docProps/app.xml" Id="R5abce3afba544b4e" /><Relationship Type="http://schemas.openxmlformats.org/officeDocument/2006/relationships/officeDocument" Target="/ppt/presentation.xml" Id="Rc56494e8021440c1" /></Relationships>
</file>

<file path=ppt/presentation.xml><?xml version="1.0" encoding="utf-8"?>
<p:presentation xmlns:p="http://schemas.openxmlformats.org/presentationml/2006/main">
  <p:sldMasterIdLst>
    <p:sldMasterId xmlns:r="http://schemas.openxmlformats.org/officeDocument/2006/relationships" id="2147483648" r:id="Rdb4327adb9ba4a8b"/>
  </p:sldMasterIdLst>
  <p:notesMasterIdLst>
    <p:notesMasterId xmlns:r="http://schemas.openxmlformats.org/officeDocument/2006/relationships" r:id="Ra702481dd0c94f9a"/>
  </p:notesMasterIdLst>
  <p:sldIdLst>
    <p:sldId xmlns:r="http://schemas.openxmlformats.org/officeDocument/2006/relationships" id="256" r:id="R3dedac34548841ca"/>
    <p:sldId xmlns:r="http://schemas.openxmlformats.org/officeDocument/2006/relationships" id="257" r:id="Rd8cb8ddc8f534607"/>
    <p:sldId xmlns:r="http://schemas.openxmlformats.org/officeDocument/2006/relationships" id="258" r:id="R96ae09367a524282"/>
    <p:sldId xmlns:r="http://schemas.openxmlformats.org/officeDocument/2006/relationships" id="259" r:id="R4adcb0ef3b1b4606"/>
    <p:sldId xmlns:r="http://schemas.openxmlformats.org/officeDocument/2006/relationships" id="260" r:id="Re568bebf59bf492b"/>
    <p:sldId xmlns:r="http://schemas.openxmlformats.org/officeDocument/2006/relationships" id="261" r:id="R22a0f4ef929a4b84"/>
    <p:sldId xmlns:r="http://schemas.openxmlformats.org/officeDocument/2006/relationships" id="262" r:id="Rf51319ef82f14172"/>
    <p:sldId xmlns:r="http://schemas.openxmlformats.org/officeDocument/2006/relationships" id="263" r:id="Rc8a21bc2c6204fd2"/>
    <p:sldId xmlns:r="http://schemas.openxmlformats.org/officeDocument/2006/relationships" id="264" r:id="R00a3a57dbdbd4cf6"/>
    <p:sldId xmlns:r="http://schemas.openxmlformats.org/officeDocument/2006/relationships" id="265" r:id="Rb7f50d9660ad48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03a7f443b24fcb" /><Relationship Type="http://schemas.openxmlformats.org/officeDocument/2006/relationships/slideMaster" Target="/ppt/slideMasters/slideMaster1.xml" Id="Rdb4327adb9ba4a8b" /><Relationship Type="http://schemas.openxmlformats.org/officeDocument/2006/relationships/notesMaster" Target="/ppt/notesMasters/notesMaster1.xml" Id="Ra702481dd0c94f9a" /><Relationship Type="http://schemas.openxmlformats.org/officeDocument/2006/relationships/presProps" Target="/ppt/presProps.xml" Id="R03771b55fe6c4172" /><Relationship Type="http://schemas.openxmlformats.org/officeDocument/2006/relationships/tableStyles" Target="/ppt/tableStyles.xml" Id="Rb270dcbd1dd44443" /><Relationship Type="http://schemas.openxmlformats.org/officeDocument/2006/relationships/slide" Target="/ppt/slides/slide1.xml" Id="R3dedac34548841ca" /><Relationship Type="http://schemas.openxmlformats.org/officeDocument/2006/relationships/slide" Target="/ppt/slides/slide2.xml" Id="Rd8cb8ddc8f534607" /><Relationship Type="http://schemas.openxmlformats.org/officeDocument/2006/relationships/slide" Target="/ppt/slides/slide3.xml" Id="R96ae09367a524282" /><Relationship Type="http://schemas.openxmlformats.org/officeDocument/2006/relationships/slide" Target="/ppt/slides/slide4.xml" Id="R4adcb0ef3b1b4606" /><Relationship Type="http://schemas.openxmlformats.org/officeDocument/2006/relationships/slide" Target="/ppt/slides/slide5.xml" Id="Re568bebf59bf492b" /><Relationship Type="http://schemas.openxmlformats.org/officeDocument/2006/relationships/slide" Target="/ppt/slides/slide6.xml" Id="R22a0f4ef929a4b84" /><Relationship Type="http://schemas.openxmlformats.org/officeDocument/2006/relationships/slide" Target="/ppt/slides/slide7.xml" Id="Rf51319ef82f14172" /><Relationship Type="http://schemas.openxmlformats.org/officeDocument/2006/relationships/slide" Target="/ppt/slides/slide8.xml" Id="Rc8a21bc2c6204fd2" /><Relationship Type="http://schemas.openxmlformats.org/officeDocument/2006/relationships/slide" Target="/ppt/slides/slide9.xml" Id="R00a3a57dbdbd4cf6" /><Relationship Type="http://schemas.openxmlformats.org/officeDocument/2006/relationships/slide" Target="/ppt/slides/slide10.xml" Id="Rb7f50d9660ad48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bd98f38e9846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f597639cb241f2" /><Relationship Type="http://schemas.openxmlformats.org/officeDocument/2006/relationships/notesMaster" Target="/ppt/notesMasters/notesMaster1.xml" Id="Ra63835a7d6064e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103261299945e6" /><Relationship Type="http://schemas.openxmlformats.org/officeDocument/2006/relationships/notesMaster" Target="/ppt/notesMasters/notesMaster1.xml" Id="Rddedd62121664c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3817a31a714d43" /><Relationship Type="http://schemas.openxmlformats.org/officeDocument/2006/relationships/notesMaster" Target="/ppt/notesMasters/notesMaster1.xml" Id="Rc3f67eac0c3045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b9ade6166a4d6b" /><Relationship Type="http://schemas.openxmlformats.org/officeDocument/2006/relationships/notesMaster" Target="/ppt/notesMasters/notesMaster1.xml" Id="R375719c1e2d743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e921af0f174913" /><Relationship Type="http://schemas.openxmlformats.org/officeDocument/2006/relationships/notesMaster" Target="/ppt/notesMasters/notesMaster1.xml" Id="R82209634fdf54e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88eb41dcc04745" /><Relationship Type="http://schemas.openxmlformats.org/officeDocument/2006/relationships/notesMaster" Target="/ppt/notesMasters/notesMaster1.xml" Id="R1cf352d7219d4b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012ef070764aa2" /><Relationship Type="http://schemas.openxmlformats.org/officeDocument/2006/relationships/notesMaster" Target="/ppt/notesMasters/notesMaster1.xml" Id="R08fba24849324a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30c0a08c224146" /><Relationship Type="http://schemas.openxmlformats.org/officeDocument/2006/relationships/notesMaster" Target="/ppt/notesMasters/notesMaster1.xml" Id="Rb8e9e617c74346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b0d1ca41df42c3" /><Relationship Type="http://schemas.openxmlformats.org/officeDocument/2006/relationships/notesMaster" Target="/ppt/notesMasters/notesMaster1.xml" Id="Rc105e406cd304f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5725f5c3c545c4" /><Relationship Type="http://schemas.openxmlformats.org/officeDocument/2006/relationships/notesMaster" Target="/ppt/notesMasters/notesMaster1.xml" Id="Rfb56eacbff0e45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Abrir con el ejemplo del curso: publica una novedad y la reciben los alumnos suscriptos. Observer es un patrón de comportamiento que establece una dependencia de uno a muchos. Recorrido sugerido: 6–8 minutos.</a:t>
            </a:r>
          </a:p>
          <a:p xmlns:a="http://schemas.openxmlformats.org/drawingml/2006/main">
            <a:r>
              <a:t/>
            </a:r>
          </a:p>
          <a:p xmlns:a="http://schemas.openxmlformats.org/drawingml/2006/main">
            <a:r>
              <a:t>Código fuente (Patrones-Completos, cf8dbfc):</a:t>
            </a:r>
          </a:p>
          <a:p xmlns:a="http://schemas.openxmlformats.org/drawingml/2006/main">
            <a:r>
              <a:t>https://github.com/jggaretto/Patrones-IngSoftware/blob/cf8dbfcc65b69772cd556e5074975085dd0e3d33/src/main/java/com/patronesingsoft/behavioral/Observer/Curso.java</a:t>
            </a:r>
          </a:p>
          <a:p xmlns:a="http://schemas.openxmlformats.org/drawingml/2006/main">
            <a:r>
              <a:t>https://github.com/jggaretto/Patrones-IngSoftware/blob/cf8dbfcc65b69772cd556e5074975085dd0e3d33/src/main/java/com/patronesingsoft/behavioral/Observer/Observador.java</a:t>
            </a:r>
          </a:p>
          <a:p xmlns:a="http://schemas.openxmlformats.org/drawingml/2006/main">
            <a:r>
              <a:t>https://github.com/jggaretto/Patrones-IngSoftware/blob/cf8dbfcc65b69772cd556e5074975085dd0e3d33/src/main/java/com/patronesingsoft/behavioral/Observer/Alumno.java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curso necesita distribuir avisos a un grupo que cambia. El cliente administra las suscripciones; el curso conserva referencias del tipo Observador. No tiene que preguntar si el receptor es Alumno o alguna futura clase. No confundir desacoplamiento con ausencia de dependencias: Curso depende del contrato Observador.</a:t>
            </a:r>
          </a:p>
          <a:p xmlns:a="http://schemas.openxmlformats.org/drawingml/2006/main">
            <a:r>
              <a:t/>
            </a:r>
          </a:p>
          <a:p xmlns:a="http://schemas.openxmlformats.org/drawingml/2006/main">
            <a:r>
              <a:t>Código fuente (Patrones-Completos, cf8dbfc):</a:t>
            </a:r>
          </a:p>
          <a:p xmlns:a="http://schemas.openxmlformats.org/drawingml/2006/main">
            <a:r>
              <a:t>https://github.com/jggaretto/Patrones-IngSoftware/blob/cf8dbfcc65b69772cd556e5074975085dd0e3d33/src/main/java/com/patronesingsoft/behavioral/Observer/Curso.java</a:t>
            </a:r>
          </a:p>
          <a:p xmlns:a="http://schemas.openxmlformats.org/drawingml/2006/main">
            <a:r>
              <a:t>https://github.com/jggaretto/Patrones-IngSoftware/blob/cf8dbfcc65b69772cd556e5074975085dd0e3d33/src/main/java/com/patronesingsoft/behavioral/Observer/Sujeto.java</a:t>
            </a:r>
          </a:p>
          <a:p xmlns:a="http://schemas.openxmlformats.org/drawingml/2006/main">
            <a:r>
              <a:t>https://github.com/jggaretto/Patrones-IngSoftware/blob/cf8dbfcc65b69772cd556e5074975085dd0e3d33/src/main/java/com/patronesingsoft/behavioral/Observer/Observador.java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Sujeto y Observador son interfaces. Las líneas discontinuas con triángulo indican realización: Curso implementa Sujeto y Alumno implementa Observador. La asociación 1 a 0..* significa que un curso guarda cero o más observadores; no es composición, ya que el curso no es dueño de su ciclo de vida. Demo crea las instancias y las conecta. Se muestran los miembros relevantes; Curso implementa también los tres métodos de Sujeto.</a:t>
            </a:r>
          </a:p>
          <a:p xmlns:a="http://schemas.openxmlformats.org/drawingml/2006/main">
            <a:r>
              <a:t/>
            </a:r>
          </a:p>
          <a:p xmlns:a="http://schemas.openxmlformats.org/drawingml/2006/main">
            <a:r>
              <a:t>Código fuente (Patrones-Completos, cf8dbfc):</a:t>
            </a:r>
          </a:p>
          <a:p xmlns:a="http://schemas.openxmlformats.org/drawingml/2006/main">
            <a:r>
              <a:t>https://github.com/jggaretto/Patrones-IngSoftware/blob/cf8dbfcc65b69772cd556e5074975085dd0e3d33/src/main/java/com/patronesingsoft/behavioral/Observer/Sujeto.java</a:t>
            </a:r>
          </a:p>
          <a:p xmlns:a="http://schemas.openxmlformats.org/drawingml/2006/main">
            <a:r>
              <a:t>https://github.com/jggaretto/Patrones-IngSoftware/blob/cf8dbfcc65b69772cd556e5074975085dd0e3d33/src/main/java/com/patronesingsoft/behavioral/Observer/Curso.java</a:t>
            </a:r>
          </a:p>
          <a:p xmlns:a="http://schemas.openxmlformats.org/drawingml/2006/main">
            <a:r>
              <a:t>https://github.com/jggaretto/Patrones-IngSoftware/blob/cf8dbfcc65b69772cd556e5074975085dd0e3d33/src/main/java/com/patronesingsoft/behavioral/Observer/Observador.java</a:t>
            </a:r>
          </a:p>
          <a:p xmlns:a="http://schemas.openxmlformats.org/drawingml/2006/main">
            <a:r>
              <a:t>https://github.com/jggaretto/Patrones-IngSoftware/blob/cf8dbfcc65b69772cd556e5074975085dd0e3d33/src/main/java/com/patronesingsoft/behavioral/Observer/Alumno.java</a:t>
            </a:r>
          </a:p>
          <a:p xmlns:a="http://schemas.openxmlformats.org/drawingml/2006/main">
            <a:r>
              <a:t>https://github.com/jggaretto/Patrones-IngSoftware/blob/cf8dbfcc65b69772cd556e5074975085dd0e3d33/src/main/java/com/patronesingsoft/behavioral/Observer/Demo.java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Leer publicarAviso en Curso.java: valida el aviso, cambia el estado y llama a notificar. El contrato Observador recibe el aviso como argumento: es una entrega push. Suscribir no entrega automáticamente el último aviso. Los fragmentos son extractos del código real.</a:t>
            </a:r>
          </a:p>
          <a:p xmlns:a="http://schemas.openxmlformats.org/drawingml/2006/main">
            <a:r>
              <a:t/>
            </a:r>
          </a:p>
          <a:p xmlns:a="http://schemas.openxmlformats.org/drawingml/2006/main">
            <a:r>
              <a:t>Código fuente (Patrones-Completos, cf8dbfc):</a:t>
            </a:r>
          </a:p>
          <a:p xmlns:a="http://schemas.openxmlformats.org/drawingml/2006/main">
            <a:r>
              <a:t>https://github.com/jggaretto/Patrones-IngSoftware/blob/cf8dbfcc65b69772cd556e5074975085dd0e3d33/src/main/java/com/patronesingsoft/behavioral/Observer/Curso.java</a:t>
            </a:r>
          </a:p>
          <a:p xmlns:a="http://schemas.openxmlformats.org/drawingml/2006/main">
            <a:r>
              <a:t>https://github.com/jggaretto/Patrones-IngSoftware/blob/cf8dbfcc65b69772cd556e5074975085dd0e3d33/src/main/java/com/patronesingsoft/behavioral/Observer/Observador.java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Precondición: Demo ya creó los objetos y suscribió a Ana y Luis. La secuencia está simplificada: se omiten retornos y barras de activación. publicarAviso y notificar son llamadas síncronas en el mismo hilo; actualizar de Ana termina antes de comenzar actualizar de Luis. Cada Alumno guarda el aviso y lo imprime.</a:t>
            </a:r>
          </a:p>
          <a:p xmlns:a="http://schemas.openxmlformats.org/drawingml/2006/main">
            <a:r>
              <a:t/>
            </a:r>
          </a:p>
          <a:p xmlns:a="http://schemas.openxmlformats.org/drawingml/2006/main">
            <a:r>
              <a:t>Código fuente (Patrones-Completos, cf8dbfc):</a:t>
            </a:r>
          </a:p>
          <a:p xmlns:a="http://schemas.openxmlformats.org/drawingml/2006/main">
            <a:r>
              <a:t>https://github.com/jggaretto/Patrones-IngSoftware/blob/cf8dbfcc65b69772cd556e5074975085dd0e3d33/src/main/java/com/patronesingsoft/behavioral/Observer/Demo.java</a:t>
            </a:r>
          </a:p>
          <a:p xmlns:a="http://schemas.openxmlformats.org/drawingml/2006/main">
            <a:r>
              <a:t>https://github.com/jggaretto/Patrones-IngSoftware/blob/cf8dbfcc65b69772cd556e5074975085dd0e3d33/src/main/java/com/patronesingsoft/behavioral/Observer/Curso.java</a:t>
            </a:r>
          </a:p>
          <a:p xmlns:a="http://schemas.openxmlformats.org/drawingml/2006/main">
            <a:r>
              <a:t>https://github.com/jggaretto/Patrones-IngSoftware/blob/cf8dbfcc65b69772cd556e5074975085dd0e3d33/src/main/java/com/patronesingsoft/behavioral/Observer/Alumno.java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elimina la referencia de Luis de la colección del curso. Luego publica el segundo aviso. Solo Ana recibe actualizar. Luis sigue existiendo y conserva TP disponible como último aviso; desuscribir no borra su estado ni destruye el objeto. Las llamadas son síncronas.</a:t>
            </a:r>
          </a:p>
          <a:p xmlns:a="http://schemas.openxmlformats.org/drawingml/2006/main">
            <a:r>
              <a:t/>
            </a:r>
          </a:p>
          <a:p xmlns:a="http://schemas.openxmlformats.org/drawingml/2006/main">
            <a:r>
              <a:t>Código fuente (Patrones-Completos, cf8dbfc):</a:t>
            </a:r>
          </a:p>
          <a:p xmlns:a="http://schemas.openxmlformats.org/drawingml/2006/main">
            <a:r>
              <a:t>https://github.com/jggaretto/Patrones-IngSoftware/blob/cf8dbfcc65b69772cd556e5074975085dd0e3d33/src/main/java/com/patronesingsoft/behavioral/Observer/Demo.java</a:t>
            </a:r>
          </a:p>
          <a:p xmlns:a="http://schemas.openxmlformats.org/drawingml/2006/main">
            <a:r>
              <a:t>https://github.com/jggaretto/Patrones-IngSoftware/blob/cf8dbfcc65b69772cd556e5074975085dd0e3d33/src/main/java/com/patronesingsoft/behavioral/Observer/Curso.java</a:t>
            </a:r>
          </a:p>
          <a:p xmlns:a="http://schemas.openxmlformats.org/drawingml/2006/main">
            <a:r>
              <a:t>https://github.com/jggaretto/Patrones-IngSoftware/blob/cf8dbfcc65b69772cd556e5074975085dd0e3d33/src/main/java/com/patronesingsoft/behavioral/Observer/Alumno.java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la versión HTML, usar Paso siguiente para recorrer Demo.java. Cada estado es una instantánea de la ejecución del código, no un servidor Java. Se separan las dos entregas del primer aviso para mostrar el orden síncrono. El estado final demuestra que Luis conserva el primer mensaje.</a:t>
            </a:r>
          </a:p>
          <a:p xmlns:a="http://schemas.openxmlformats.org/drawingml/2006/main">
            <a:r>
              <a:t/>
            </a:r>
          </a:p>
          <a:p xmlns:a="http://schemas.openxmlformats.org/drawingml/2006/main">
            <a:r>
              <a:t>Código fuente (Patrones-Completos, cf8dbfc):</a:t>
            </a:r>
          </a:p>
          <a:p xmlns:a="http://schemas.openxmlformats.org/drawingml/2006/main">
            <a:r>
              <a:t>https://github.com/jggaretto/Patrones-IngSoftware/blob/cf8dbfcc65b69772cd556e5074975085dd0e3d33/src/main/java/com/patronesingsoft/behavioral/Observer/Demo.java</a:t>
            </a:r>
          </a:p>
          <a:p xmlns:a="http://schemas.openxmlformats.org/drawingml/2006/main">
            <a:r>
              <a:t>https://github.com/jggaretto/Patrones-IngSoftware/blob/cf8dbfcc65b69772cd556e5074975085dd0e3d33/src/main/java/com/patronesingsoft/behavioral/Observer/Curso.java</a:t>
            </a:r>
          </a:p>
          <a:p xmlns:a="http://schemas.openxmlformats.org/drawingml/2006/main">
            <a:r>
              <a:t>https://github.com/jggaretto/Patrones-IngSoftware/blob/cf8dbfcc65b69772cd556e5074975085dd0e3d33/src/main/java/com/patronesingsoft/behavioral/Observer/Alumno.java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método toma el aviso actual y una copia de los suscriptos. LinkedHashSet evita repetir la misma instancia y mantiene el orden de inserción. La copia permite que un observador se dé de baja durante la iteración. Altas y bajas no alteran los destinatarios de la ronda en curso. Capturar aviso conserva ese mensaje aunque un callback publique otro; aun así, una publicación anidada puede causar cascadas. No hay aislamiento de excepciones ni protección entre hilos.</a:t>
            </a:r>
          </a:p>
          <a:p xmlns:a="http://schemas.openxmlformats.org/drawingml/2006/main">
            <a:r>
              <a:t/>
            </a:r>
          </a:p>
          <a:p xmlns:a="http://schemas.openxmlformats.org/drawingml/2006/main">
            <a:r>
              <a:t>Código fuente (Patrones-Completos, cf8dbfc):</a:t>
            </a:r>
          </a:p>
          <a:p xmlns:a="http://schemas.openxmlformats.org/drawingml/2006/main">
            <a:r>
              <a:t>https://github.com/jggaretto/Patrones-IngSoftware/blob/cf8dbfcc65b69772cd556e5074975085dd0e3d33/src/main/java/com/patronesingsoft/behavioral/Observer/Curso.java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salida se obtuvo al compilar Observer con javac --release 17 -encoding UTF-8 -Xlint:all y ejecutar java -ea. Las aserciones verifican entrega, baja y preservación del estado de Luis. Otra instancia del curso prueba suscripción duplicada y un observador que se da de baja en su callback; también se prueba el rechazo de un aviso vacío. La ausencia de la segunda línea de Luis es deliberada. Mostrar Demo.java si se pregunta dónde se comprueba cada caso.</a:t>
            </a:r>
          </a:p>
          <a:p xmlns:a="http://schemas.openxmlformats.org/drawingml/2006/main">
            <a:r>
              <a:t/>
            </a:r>
          </a:p>
          <a:p xmlns:a="http://schemas.openxmlformats.org/drawingml/2006/main">
            <a:r>
              <a:t>Código fuente (Patrones-Completos, cf8dbfc):</a:t>
            </a:r>
          </a:p>
          <a:p xmlns:a="http://schemas.openxmlformats.org/drawingml/2006/main">
            <a:r>
              <a:t>https://github.com/jggaretto/Patrones-IngSoftware/blob/cf8dbfcc65b69772cd556e5074975085dd0e3d33/src/main/java/com/patronesingsoft/behavioral/Observer/Demo.java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Observer cuando varios receptores reaccionan a cambios de un sujeto y el conjunto de receptores cambia en ejecución. La ventaja aquí es agregar una nueva implementación de Observador sin cambiar Curso. Gestionar las bajas evita retener referencias innecesarias. Este código es de un solo hilo y las llamadas son síncronas; un observador lento demora los siguientes y una excepción interrumpe la ronda. No es una cola persistente ni promete entrega tras fallos. Cerrar volviendo a la evidencia: Luis ya no está suscripto y no recibe el segundo aviso.</a:t>
            </a:r>
          </a:p>
          <a:p xmlns:a="http://schemas.openxmlformats.org/drawingml/2006/main">
            <a:r>
              <a:t/>
            </a:r>
          </a:p>
          <a:p xmlns:a="http://schemas.openxmlformats.org/drawingml/2006/main">
            <a:r>
              <a:t>Código fuente (Patrones-Completos, cf8dbfc):</a:t>
            </a:r>
          </a:p>
          <a:p xmlns:a="http://schemas.openxmlformats.org/drawingml/2006/main">
            <a:r>
              <a:t>https://github.com/jggaretto/Patrones-IngSoftware/blob/cf8dbfcc65b69772cd556e5074975085dd0e3d33/src/main/java/com/patronesingsoft/behavioral/Observer/Curso.java</a:t>
            </a:r>
          </a:p>
          <a:p xmlns:a="http://schemas.openxmlformats.org/drawingml/2006/main">
            <a:r>
              <a:t>https://github.com/jggaretto/Patrones-IngSoftware/blob/cf8dbfcc65b69772cd556e5074975085dd0e3d33/src/main/java/com/patronesingsoft/behavioral/Observer/Observador.java</a:t>
            </a:r>
          </a:p>
          <a:p xmlns:a="http://schemas.openxmlformats.org/drawingml/2006/main">
            <a:r>
              <a:t>https://github.com/jggaretto/Patrones-IngSoftware/blob/cf8dbfcc65b69772cd556e5074975085dd0e3d33/src/main/java/com/patronesingsoft/behavioral/Observer/Alumno.java</a:t>
            </a:r>
          </a:p>
          <a:p xmlns:a="http://schemas.openxmlformats.org/drawingml/2006/main">
            <a:r>
              <a:t>https://github.com/jggaretto/Patrones-IngSoftware/blob/cf8dbfcc65b69772cd556e5074975085dd0e3d33/src/main/java/com/patronesingsoft/behavioral/Observer/Demo.java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d3159bd50343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c039239bac412e" /><Relationship Type="http://schemas.openxmlformats.org/officeDocument/2006/relationships/slideLayout" Target="/ppt/slideLayouts/slideLayout1.xml" Id="R7f8b0c3e4d5b45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8b0c3e4d5b45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6def8b3baf4e08" /><Relationship Type="http://schemas.openxmlformats.org/officeDocument/2006/relationships/notesSlide" Target="/ppt/notesSlides/notesSlide1.xml" Id="R1121dd95d49742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7e267f476184038" /><Relationship Type="http://schemas.openxmlformats.org/officeDocument/2006/relationships/notesSlide" Target="/ppt/notesSlides/notesSlide2.xml" Id="R1a760b51065c48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fb67999724425d" /><Relationship Type="http://schemas.openxmlformats.org/officeDocument/2006/relationships/notesSlide" Target="/ppt/notesSlides/notesSlide3.xml" Id="R00d47b90fe434e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f0b73471044079" /><Relationship Type="http://schemas.openxmlformats.org/officeDocument/2006/relationships/notesSlide" Target="/ppt/notesSlides/notesSlide4.xml" Id="R541c6380dcc74a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f74a42b36e4ae5" /><Relationship Type="http://schemas.openxmlformats.org/officeDocument/2006/relationships/notesSlide" Target="/ppt/notesSlides/notesSlide5.xml" Id="R2758bbfd7d8d41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d019a5dd5443ac" /><Relationship Type="http://schemas.openxmlformats.org/officeDocument/2006/relationships/notesSlide" Target="/ppt/notesSlides/notesSlide6.xml" Id="R04a439948e774c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7eddecb9ef4ae1" /><Relationship Type="http://schemas.openxmlformats.org/officeDocument/2006/relationships/notesSlide" Target="/ppt/notesSlides/notesSlide7.xml" Id="Rbadc5be715bc42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00b376fc064180" /><Relationship Type="http://schemas.openxmlformats.org/officeDocument/2006/relationships/notesSlide" Target="/ppt/notesSlides/notesSlide8.xml" Id="R20991cc70d8748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533bfbc259f4079" /><Relationship Type="http://schemas.openxmlformats.org/officeDocument/2006/relationships/notesSlide" Target="/ppt/notesSlides/notesSlide9.xml" Id="R58d1aa4db38649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b4eda515dd746da" /><Relationship Type="http://schemas.openxmlformats.org/officeDocument/2006/relationships/notesSlide" Target="/ppt/notesSlides/notesSlide10.xml" Id="R2a3dfba0717440c3" /></Relationships>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41D6D03-D79A-4704-BAC7-1147E9FD0BE3}"/>
              </a:ext>
            </a:extLst>
          </p:cNvPr>
          <p:cNvSpPr>
            <a:spLocks xmlns:a="http://schemas.openxmlformats.org/drawingml/2006/main" noGrp="1"/>
          </p:cNvSpPr>
          <p:nvPr/>
        </p:nvSpPr>
        <p:spPr>
          <a:xfrm xmlns:a="http://schemas.openxmlformats.org/drawingml/2006/main">
            <a:off x="609600" y="4667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1">
                <a:solidFill>
                  <a:srgbClr val="193333"/>
                </a:solidFill>
                <a:latin typeface="Segoe UI"/>
                <a:ea typeface="Segoe UI"/>
                <a:cs typeface="Segoe UI"/>
              </a:defRPr>
            </a:pPr>
            <a:r>
              <a:rPr sz="3600" b="1">
                <a:solidFill>
                  <a:srgbClr val="193333"/>
                </a:solidFill>
                <a:latin typeface="Segoe UI"/>
                <a:ea typeface="Segoe UI"/>
                <a:cs typeface="Segoe UI"/>
              </a:rPr>
              <a:t>Observer</a:t>
            </a:r>
          </a:p>
        </p:txBody>
      </p:sp>
      <p:sp>
        <p:nvSpPr>
          <p:cNvPr id="2" name="">
            <a:extLst xmlns:a="http://schemas.openxmlformats.org/drawingml/2006/main">
              <a:ext uri="{FF2B5EF4-FFF2-40B4-BE49-F238E27FC236}">
                <a16:creationId xmlns:a16="http://schemas.microsoft.com/office/drawing/2014/main" id="{6CBF3628-5260-42B2-B675-49802CD61F7D}"/>
              </a:ext>
            </a:extLst>
          </p:cNvPr>
          <p:cNvSpPr>
            <a:spLocks xmlns:a="http://schemas.openxmlformats.org/drawingml/2006/main" noGrp="1"/>
          </p:cNvSpPr>
          <p:nvPr/>
        </p:nvSpPr>
        <p:spPr>
          <a:xfrm xmlns:a="http://schemas.openxmlformats.org/drawingml/2006/main">
            <a:off x="609600" y="6419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36B68"/>
                </a:solidFill>
                <a:latin typeface="Segoe UI"/>
                <a:ea typeface="Segoe UI"/>
                <a:cs typeface="Segoe UI"/>
              </a:defRPr>
            </a:pPr>
            <a:r>
              <a:rPr sz="1200" b="0">
                <a:solidFill>
                  <a:srgbClr val="536B68"/>
                </a:solidFill>
                <a:latin typeface="Segoe UI"/>
                <a:ea typeface="Segoe UI"/>
                <a:cs typeface="Segoe UI"/>
              </a:rPr>
              <a:t>OBSERVER · AVISOS DE UN CURSO</a:t>
            </a:r>
          </a:p>
        </p:txBody>
      </p:sp>
      <p:sp>
        <p:nvSpPr>
          <p:cNvPr id="3" name="">
            <a:extLst xmlns:a="http://schemas.openxmlformats.org/drawingml/2006/main">
              <a:ext uri="{FF2B5EF4-FFF2-40B4-BE49-F238E27FC236}">
                <a16:creationId xmlns:a16="http://schemas.microsoft.com/office/drawing/2014/main" id="{A0387BD0-AD1B-4C80-93AA-CAD2EFAEDADA}"/>
              </a:ext>
            </a:extLst>
          </p:cNvPr>
          <p:cNvSpPr>
            <a:spLocks xmlns:a="http://schemas.openxmlformats.org/drawingml/2006/main" noGrp="1"/>
          </p:cNvSpPr>
          <p:nvPr/>
        </p:nvSpPr>
        <p:spPr>
          <a:xfrm xmlns:a="http://schemas.openxmlformats.org/drawingml/2006/main">
            <a:off x="110299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36B68"/>
                </a:solidFill>
                <a:latin typeface="Segoe UI"/>
                <a:ea typeface="Segoe UI"/>
                <a:cs typeface="Segoe UI"/>
              </a:defRPr>
            </a:pPr>
            <a:r>
              <a:rPr sz="1500" b="0">
                <a:solidFill>
                  <a:srgbClr val="536B68"/>
                </a:solidFill>
                <a:latin typeface="Segoe UI"/>
                <a:ea typeface="Segoe UI"/>
                <a:cs typeface="Segoe UI"/>
              </a:rPr>
              <a:t>01</a:t>
            </a:r>
          </a:p>
        </p:txBody>
      </p:sp>
      <p:sp>
        <p:nvSpPr>
          <p:cNvPr id="4" name="">
            <a:extLst xmlns:a="http://schemas.openxmlformats.org/drawingml/2006/main">
              <a:ext uri="{FF2B5EF4-FFF2-40B4-BE49-F238E27FC236}">
                <a16:creationId xmlns:a16="http://schemas.microsoft.com/office/drawing/2014/main" id="{7168C458-6D6F-463C-944C-1A83262C1324}"/>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0">
                <a:solidFill>
                  <a:srgbClr val="087F6F"/>
                </a:solidFill>
                <a:latin typeface="Segoe UI"/>
                <a:ea typeface="Segoe UI"/>
                <a:cs typeface="Segoe UI"/>
              </a:defRPr>
            </a:pPr>
            <a:r>
              <a:rPr sz="3000" b="0">
                <a:solidFill>
                  <a:srgbClr val="087F6F"/>
                </a:solidFill>
                <a:latin typeface="Segoe UI"/>
                <a:ea typeface="Segoe UI"/>
                <a:cs typeface="Segoe UI"/>
              </a:rPr>
              <a:t>Un aviso, varios suscriptos</a:t>
            </a:r>
          </a:p>
        </p:txBody>
      </p:sp>
      <p:sp>
        <p:nvSpPr>
          <p:cNvPr id="5" name="">
            <a:extLst xmlns:a="http://schemas.openxmlformats.org/drawingml/2006/main">
              <a:ext uri="{FF2B5EF4-FFF2-40B4-BE49-F238E27FC236}">
                <a16:creationId xmlns:a16="http://schemas.microsoft.com/office/drawing/2014/main" id="{3ECCB6D9-A868-44A8-9412-D06B63D92FF6}"/>
              </a:ext>
            </a:extLst>
          </p:cNvPr>
          <p:cNvSpPr>
            <a:spLocks xmlns:a="http://schemas.openxmlformats.org/drawingml/2006/main" noGrp="1"/>
          </p:cNvSpPr>
          <p:nvPr/>
        </p:nvSpPr>
        <p:spPr>
          <a:xfrm xmlns:a="http://schemas.openxmlformats.org/drawingml/2006/main">
            <a:off x="609600" y="21145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536B68"/>
                </a:solidFill>
                <a:latin typeface="Segoe UI"/>
                <a:ea typeface="Segoe UI"/>
                <a:cs typeface="Segoe UI"/>
              </a:defRPr>
            </a:pPr>
            <a:r>
              <a:rPr sz="1950" b="0">
                <a:solidFill>
                  <a:srgbClr val="536B68"/>
                </a:solidFill>
                <a:latin typeface="Segoe UI"/>
                <a:ea typeface="Segoe UI"/>
                <a:cs typeface="Segoe UI"/>
              </a:rPr>
              <a:t>Patrón de comportamiento · Java 17</a:t>
            </a:r>
          </a:p>
        </p:txBody>
      </p:sp>
      <p:sp>
        <p:nvSpPr>
          <p:cNvPr id="6" name="">
            <a:extLst xmlns:a="http://schemas.openxmlformats.org/drawingml/2006/main">
              <a:ext uri="{FF2B5EF4-FFF2-40B4-BE49-F238E27FC236}">
                <a16:creationId xmlns:a16="http://schemas.microsoft.com/office/drawing/2014/main" id="{BF2702F3-C1A0-4778-9027-195911B832DD}"/>
              </a:ext>
            </a:extLst>
          </p:cNvPr>
          <p:cNvSpPr>
            <a:spLocks xmlns:a="http://schemas.openxmlformats.org/drawingml/2006/main" noGrp="1"/>
          </p:cNvSpPr>
          <p:nvPr/>
        </p:nvSpPr>
        <p:spPr>
          <a:xfrm xmlns:a="http://schemas.openxmlformats.org/drawingml/2006/main">
            <a:off x="1047750" y="3352800"/>
            <a:ext cx="3143250" cy="1276350"/>
          </a:xfrm>
          <a:prstGeom xmlns:a="http://schemas.openxmlformats.org/drawingml/2006/main" prst="rect">
            <a:avLst/>
          </a:prstGeom>
          <a:solidFill xmlns:a="http://schemas.openxmlformats.org/drawingml/2006/main">
            <a:srgbClr val="E0EEE7"/>
          </a:solidFill>
          <a:ln xmlns:a="http://schemas.openxmlformats.org/drawingml/2006/main" w="14288">
            <a:solidFill>
              <a:srgbClr val="087F6F"/>
            </a:solidFill>
          </a:ln>
        </p:spPr>
      </p:sp>
      <p:sp>
        <p:nvSpPr>
          <p:cNvPr id="7" name="">
            <a:extLst xmlns:a="http://schemas.openxmlformats.org/drawingml/2006/main">
              <a:ext uri="{FF2B5EF4-FFF2-40B4-BE49-F238E27FC236}">
                <a16:creationId xmlns:a16="http://schemas.microsoft.com/office/drawing/2014/main" id="{0CC15C5D-BE72-48C1-9098-914DE4DADA39}"/>
              </a:ext>
            </a:extLst>
          </p:cNvPr>
          <p:cNvSpPr>
            <a:spLocks xmlns:a="http://schemas.openxmlformats.org/drawingml/2006/main" noGrp="1"/>
          </p:cNvSpPr>
          <p:nvPr/>
        </p:nvSpPr>
        <p:spPr>
          <a:xfrm xmlns:a="http://schemas.openxmlformats.org/drawingml/2006/main">
            <a:off x="1257300" y="35337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087F6F"/>
                </a:solidFill>
                <a:latin typeface="Segoe UI"/>
                <a:ea typeface="Segoe UI"/>
                <a:cs typeface="Segoe UI"/>
              </a:defRPr>
            </a:pPr>
            <a:r>
              <a:rPr sz="2325" b="1">
                <a:solidFill>
                  <a:srgbClr val="087F6F"/>
                </a:solidFill>
                <a:latin typeface="Segoe UI"/>
                <a:ea typeface="Segoe UI"/>
                <a:cs typeface="Segoe UI"/>
              </a:rPr>
              <a:t>Curso</a:t>
            </a:r>
          </a:p>
        </p:txBody>
      </p:sp>
      <p:sp>
        <p:nvSpPr>
          <p:cNvPr id="8" name="">
            <a:extLst xmlns:a="http://schemas.openxmlformats.org/drawingml/2006/main">
              <a:ext uri="{FF2B5EF4-FFF2-40B4-BE49-F238E27FC236}">
                <a16:creationId xmlns:a16="http://schemas.microsoft.com/office/drawing/2014/main" id="{F5202A92-6514-4614-A85B-81DD9A6C66BF}"/>
              </a:ext>
            </a:extLst>
          </p:cNvPr>
          <p:cNvSpPr>
            <a:spLocks xmlns:a="http://schemas.openxmlformats.org/drawingml/2006/main" noGrp="1"/>
          </p:cNvSpPr>
          <p:nvPr/>
        </p:nvSpPr>
        <p:spPr>
          <a:xfrm xmlns:a="http://schemas.openxmlformats.org/drawingml/2006/main">
            <a:off x="1257300" y="4000500"/>
            <a:ext cx="2724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36B68"/>
                </a:solidFill>
                <a:latin typeface="Segoe UI"/>
                <a:ea typeface="Segoe UI"/>
                <a:cs typeface="Segoe UI"/>
              </a:defRPr>
            </a:pPr>
            <a:r>
              <a:rPr sz="1650" b="0">
                <a:solidFill>
                  <a:srgbClr val="536B68"/>
                </a:solidFill>
                <a:latin typeface="Segoe UI"/>
                <a:ea typeface="Segoe UI"/>
                <a:cs typeface="Segoe UI"/>
              </a:rPr>
              <a:t>Publica el aviso</a:t>
            </a:r>
          </a:p>
        </p:txBody>
      </p:sp>
      <p:sp>
        <p:nvSpPr>
          <p:cNvPr id="9" name="">
            <a:extLst xmlns:a="http://schemas.openxmlformats.org/drawingml/2006/main">
              <a:ext uri="{FF2B5EF4-FFF2-40B4-BE49-F238E27FC236}">
                <a16:creationId xmlns:a16="http://schemas.microsoft.com/office/drawing/2014/main" id="{390E3D11-96E0-42DE-A675-5712BE420B79}"/>
              </a:ext>
            </a:extLst>
          </p:cNvPr>
          <p:cNvSpPr>
            <a:spLocks xmlns:a="http://schemas.openxmlformats.org/drawingml/2006/main" noGrp="1"/>
          </p:cNvSpPr>
          <p:nvPr/>
        </p:nvSpPr>
        <p:spPr>
          <a:xfrm xmlns:a="http://schemas.openxmlformats.org/drawingml/2006/main">
            <a:off x="7924800" y="2762250"/>
            <a:ext cx="3190875" cy="110490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10" name="">
            <a:extLst xmlns:a="http://schemas.openxmlformats.org/drawingml/2006/main">
              <a:ext uri="{FF2B5EF4-FFF2-40B4-BE49-F238E27FC236}">
                <a16:creationId xmlns:a16="http://schemas.microsoft.com/office/drawing/2014/main" id="{B4D5486E-6CED-4D7F-AAA1-F66A5FFB5FE5}"/>
              </a:ext>
            </a:extLst>
          </p:cNvPr>
          <p:cNvSpPr>
            <a:spLocks xmlns:a="http://schemas.openxmlformats.org/drawingml/2006/main" noGrp="1"/>
          </p:cNvSpPr>
          <p:nvPr/>
        </p:nvSpPr>
        <p:spPr>
          <a:xfrm xmlns:a="http://schemas.openxmlformats.org/drawingml/2006/main">
            <a:off x="8134350" y="2943225"/>
            <a:ext cx="2771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93333"/>
                </a:solidFill>
                <a:latin typeface="Segoe UI"/>
                <a:ea typeface="Segoe UI"/>
                <a:cs typeface="Segoe UI"/>
              </a:defRPr>
            </a:pPr>
            <a:r>
              <a:rPr sz="2325" b="1">
                <a:solidFill>
                  <a:srgbClr val="193333"/>
                </a:solidFill>
                <a:latin typeface="Segoe UI"/>
                <a:ea typeface="Segoe UI"/>
                <a:cs typeface="Segoe UI"/>
              </a:rPr>
              <a:t>Ana</a:t>
            </a:r>
          </a:p>
        </p:txBody>
      </p:sp>
      <p:sp>
        <p:nvSpPr>
          <p:cNvPr id="11" name="">
            <a:extLst xmlns:a="http://schemas.openxmlformats.org/drawingml/2006/main">
              <a:ext uri="{FF2B5EF4-FFF2-40B4-BE49-F238E27FC236}">
                <a16:creationId xmlns:a16="http://schemas.microsoft.com/office/drawing/2014/main" id="{76C32B2B-BB10-4FBF-8F24-BC0DC308304E}"/>
              </a:ext>
            </a:extLst>
          </p:cNvPr>
          <p:cNvSpPr>
            <a:spLocks xmlns:a="http://schemas.openxmlformats.org/drawingml/2006/main" noGrp="1"/>
          </p:cNvSpPr>
          <p:nvPr/>
        </p:nvSpPr>
        <p:spPr>
          <a:xfrm xmlns:a="http://schemas.openxmlformats.org/drawingml/2006/main">
            <a:off x="8134350" y="3409950"/>
            <a:ext cx="2771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36B68"/>
                </a:solidFill>
                <a:latin typeface="Segoe UI"/>
                <a:ea typeface="Segoe UI"/>
                <a:cs typeface="Segoe UI"/>
              </a:defRPr>
            </a:pPr>
            <a:r>
              <a:rPr sz="1650" b="0">
                <a:solidFill>
                  <a:srgbClr val="536B68"/>
                </a:solidFill>
                <a:latin typeface="Segoe UI"/>
                <a:ea typeface="Segoe UI"/>
                <a:cs typeface="Segoe UI"/>
              </a:rPr>
              <a:t>Recibe actualizar(aviso)</a:t>
            </a:r>
          </a:p>
        </p:txBody>
      </p:sp>
      <p:sp>
        <p:nvSpPr>
          <p:cNvPr id="12" name="">
            <a:extLst xmlns:a="http://schemas.openxmlformats.org/drawingml/2006/main">
              <a:ext uri="{FF2B5EF4-FFF2-40B4-BE49-F238E27FC236}">
                <a16:creationId xmlns:a16="http://schemas.microsoft.com/office/drawing/2014/main" id="{09A453AC-4A76-4D8F-857E-5F3F17C1F4CB}"/>
              </a:ext>
            </a:extLst>
          </p:cNvPr>
          <p:cNvSpPr>
            <a:spLocks xmlns:a="http://schemas.openxmlformats.org/drawingml/2006/main" noGrp="1"/>
          </p:cNvSpPr>
          <p:nvPr/>
        </p:nvSpPr>
        <p:spPr>
          <a:xfrm xmlns:a="http://schemas.openxmlformats.org/drawingml/2006/main">
            <a:off x="7924800" y="4476750"/>
            <a:ext cx="3190875" cy="110490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13" name="">
            <a:extLst xmlns:a="http://schemas.openxmlformats.org/drawingml/2006/main">
              <a:ext uri="{FF2B5EF4-FFF2-40B4-BE49-F238E27FC236}">
                <a16:creationId xmlns:a16="http://schemas.microsoft.com/office/drawing/2014/main" id="{EA9717CF-615B-4D64-9B3D-190322D43E2A}"/>
              </a:ext>
            </a:extLst>
          </p:cNvPr>
          <p:cNvSpPr>
            <a:spLocks xmlns:a="http://schemas.openxmlformats.org/drawingml/2006/main" noGrp="1"/>
          </p:cNvSpPr>
          <p:nvPr/>
        </p:nvSpPr>
        <p:spPr>
          <a:xfrm xmlns:a="http://schemas.openxmlformats.org/drawingml/2006/main">
            <a:off x="8134350" y="4657725"/>
            <a:ext cx="2771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93333"/>
                </a:solidFill>
                <a:latin typeface="Segoe UI"/>
                <a:ea typeface="Segoe UI"/>
                <a:cs typeface="Segoe UI"/>
              </a:defRPr>
            </a:pPr>
            <a:r>
              <a:rPr sz="2325" b="1">
                <a:solidFill>
                  <a:srgbClr val="193333"/>
                </a:solidFill>
                <a:latin typeface="Segoe UI"/>
                <a:ea typeface="Segoe UI"/>
                <a:cs typeface="Segoe UI"/>
              </a:rPr>
              <a:t>Luis</a:t>
            </a:r>
          </a:p>
        </p:txBody>
      </p:sp>
      <p:sp>
        <p:nvSpPr>
          <p:cNvPr id="14" name="">
            <a:extLst xmlns:a="http://schemas.openxmlformats.org/drawingml/2006/main">
              <a:ext uri="{FF2B5EF4-FFF2-40B4-BE49-F238E27FC236}">
                <a16:creationId xmlns:a16="http://schemas.microsoft.com/office/drawing/2014/main" id="{0BE53FC1-3773-4034-AD75-2B1CEE74E36A}"/>
              </a:ext>
            </a:extLst>
          </p:cNvPr>
          <p:cNvSpPr>
            <a:spLocks xmlns:a="http://schemas.openxmlformats.org/drawingml/2006/main" noGrp="1"/>
          </p:cNvSpPr>
          <p:nvPr/>
        </p:nvSpPr>
        <p:spPr>
          <a:xfrm xmlns:a="http://schemas.openxmlformats.org/drawingml/2006/main">
            <a:off x="8134350" y="5124450"/>
            <a:ext cx="2771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36B68"/>
                </a:solidFill>
                <a:latin typeface="Segoe UI"/>
                <a:ea typeface="Segoe UI"/>
                <a:cs typeface="Segoe UI"/>
              </a:defRPr>
            </a:pPr>
            <a:r>
              <a:rPr sz="1650" b="0">
                <a:solidFill>
                  <a:srgbClr val="536B68"/>
                </a:solidFill>
                <a:latin typeface="Segoe UI"/>
                <a:ea typeface="Segoe UI"/>
                <a:cs typeface="Segoe UI"/>
              </a:rPr>
              <a:t>Recibe actualizar(aviso)</a:t>
            </a:r>
          </a:p>
        </p:txBody>
      </p:sp>
      <p:sp>
        <p:nvSpPr>
          <p:cNvPr id="15" name="">
            <a:extLst xmlns:a="http://schemas.openxmlformats.org/drawingml/2006/main">
              <a:ext uri="{FF2B5EF4-FFF2-40B4-BE49-F238E27FC236}">
                <a16:creationId xmlns:a16="http://schemas.microsoft.com/office/drawing/2014/main" id="{8D2A4CC3-93B4-4D84-A7DA-33921358BC04}"/>
              </a:ext>
            </a:extLst>
          </p:cNvPr>
          <p:cNvSpPr>
            <a:spLocks xmlns:a="http://schemas.openxmlformats.org/drawingml/2006/main" noGrp="1"/>
          </p:cNvSpPr>
          <p:nvPr/>
        </p:nvSpPr>
        <p:spPr>
          <a:xfrm xmlns:a="http://schemas.openxmlformats.org/drawingml/2006/main">
            <a:off x="4191000" y="3314700"/>
            <a:ext cx="3733800" cy="476250"/>
          </a:xfrm>
          <a:custGeom xmlns:a="http://schemas.openxmlformats.org/drawingml/2006/main">
            <a:pathLst>
              <a:path w="3733800" h="476250">
                <a:moveTo>
                  <a:pt x="0" y="476250"/>
                </a:moveTo>
                <a:lnTo>
                  <a:pt x="2190750" y="476250"/>
                </a:lnTo>
                <a:lnTo>
                  <a:pt x="2190750" y="0"/>
                </a:lnTo>
                <a:lnTo>
                  <a:pt x="3733800" y="0"/>
                </a:lnTo>
              </a:path>
            </a:pathLst>
          </a:custGeom>
          <a:noFill xmlns:a="http://schemas.openxmlformats.org/drawingml/2006/main"/>
          <a:ln xmlns:a="http://schemas.openxmlformats.org/drawingml/2006/main" w="19050">
            <a:solidFill>
              <a:srgbClr val="087F6F"/>
            </a:solidFill>
            <a:prstDash val="solid"/>
          </a:ln>
        </p:spPr>
      </p:sp>
      <p:sp>
        <p:nvSpPr>
          <p:cNvPr id="16" name="">
            <a:extLst xmlns:a="http://schemas.openxmlformats.org/drawingml/2006/main">
              <a:ext uri="{FF2B5EF4-FFF2-40B4-BE49-F238E27FC236}">
                <a16:creationId xmlns:a16="http://schemas.microsoft.com/office/drawing/2014/main" id="{4784CBB9-4D47-4329-9047-4F793842CC6B}"/>
              </a:ext>
            </a:extLst>
          </p:cNvPr>
          <p:cNvSpPr>
            <a:spLocks xmlns:a="http://schemas.openxmlformats.org/drawingml/2006/main" noGrp="1"/>
          </p:cNvSpPr>
          <p:nvPr/>
        </p:nvSpPr>
        <p:spPr>
          <a:xfrm xmlns:a="http://schemas.openxmlformats.org/drawingml/2006/main">
            <a:off x="7820025" y="3248025"/>
            <a:ext cx="104775" cy="133350"/>
          </a:xfrm>
          <a:custGeom xmlns:a="http://schemas.openxmlformats.org/drawingml/2006/main">
            <a:pathLst>
              <a:path w="104775" h="133350">
                <a:moveTo>
                  <a:pt x="0" y="133350"/>
                </a:moveTo>
                <a:lnTo>
                  <a:pt x="104775" y="66675"/>
                </a:lnTo>
                <a:lnTo>
                  <a:pt x="0" y="0"/>
                </a:lnTo>
              </a:path>
            </a:pathLst>
          </a:custGeom>
          <a:noFill xmlns:a="http://schemas.openxmlformats.org/drawingml/2006/main"/>
          <a:ln xmlns:a="http://schemas.openxmlformats.org/drawingml/2006/main" w="19050">
            <a:solidFill>
              <a:srgbClr val="087F6F"/>
            </a:solidFill>
            <a:prstDash val="solid"/>
          </a:ln>
        </p:spPr>
      </p:sp>
      <p:sp>
        <p:nvSpPr>
          <p:cNvPr id="17" name="">
            <a:extLst xmlns:a="http://schemas.openxmlformats.org/drawingml/2006/main">
              <a:ext uri="{FF2B5EF4-FFF2-40B4-BE49-F238E27FC236}">
                <a16:creationId xmlns:a16="http://schemas.microsoft.com/office/drawing/2014/main" id="{91AAF84D-EE6B-4B59-B877-63640F51B731}"/>
              </a:ext>
            </a:extLst>
          </p:cNvPr>
          <p:cNvSpPr>
            <a:spLocks xmlns:a="http://schemas.openxmlformats.org/drawingml/2006/main" noGrp="1"/>
          </p:cNvSpPr>
          <p:nvPr/>
        </p:nvSpPr>
        <p:spPr>
          <a:xfrm xmlns:a="http://schemas.openxmlformats.org/drawingml/2006/main">
            <a:off x="4191000" y="4191000"/>
            <a:ext cx="3733800" cy="838200"/>
          </a:xfrm>
          <a:custGeom xmlns:a="http://schemas.openxmlformats.org/drawingml/2006/main">
            <a:pathLst>
              <a:path w="3733800" h="838200">
                <a:moveTo>
                  <a:pt x="0" y="0"/>
                </a:moveTo>
                <a:lnTo>
                  <a:pt x="1809750" y="0"/>
                </a:lnTo>
                <a:lnTo>
                  <a:pt x="1809750" y="838200"/>
                </a:lnTo>
                <a:lnTo>
                  <a:pt x="3733800" y="838200"/>
                </a:lnTo>
              </a:path>
            </a:pathLst>
          </a:custGeom>
          <a:noFill xmlns:a="http://schemas.openxmlformats.org/drawingml/2006/main"/>
          <a:ln xmlns:a="http://schemas.openxmlformats.org/drawingml/2006/main" w="19050">
            <a:solidFill>
              <a:srgbClr val="087F6F"/>
            </a:solidFill>
            <a:prstDash val="solid"/>
          </a:ln>
        </p:spPr>
      </p:sp>
      <p:sp>
        <p:nvSpPr>
          <p:cNvPr id="18" name="">
            <a:extLst xmlns:a="http://schemas.openxmlformats.org/drawingml/2006/main">
              <a:ext uri="{FF2B5EF4-FFF2-40B4-BE49-F238E27FC236}">
                <a16:creationId xmlns:a16="http://schemas.microsoft.com/office/drawing/2014/main" id="{826C7BA9-1945-4867-AC04-9BD6FE53E0E9}"/>
              </a:ext>
            </a:extLst>
          </p:cNvPr>
          <p:cNvSpPr>
            <a:spLocks xmlns:a="http://schemas.openxmlformats.org/drawingml/2006/main" noGrp="1"/>
          </p:cNvSpPr>
          <p:nvPr/>
        </p:nvSpPr>
        <p:spPr>
          <a:xfrm xmlns:a="http://schemas.openxmlformats.org/drawingml/2006/main">
            <a:off x="7820025" y="4962525"/>
            <a:ext cx="104775" cy="133350"/>
          </a:xfrm>
          <a:custGeom xmlns:a="http://schemas.openxmlformats.org/drawingml/2006/main">
            <a:pathLst>
              <a:path w="104775" h="133350">
                <a:moveTo>
                  <a:pt x="0" y="133350"/>
                </a:moveTo>
                <a:lnTo>
                  <a:pt x="104775" y="66675"/>
                </a:lnTo>
                <a:lnTo>
                  <a:pt x="0" y="0"/>
                </a:lnTo>
              </a:path>
            </a:pathLst>
          </a:custGeom>
          <a:noFill xmlns:a="http://schemas.openxmlformats.org/drawingml/2006/main"/>
          <a:ln xmlns:a="http://schemas.openxmlformats.org/drawingml/2006/main" w="19050">
            <a:solidFill>
              <a:srgbClr val="087F6F"/>
            </a:solidFill>
            <a:prstDash val="solid"/>
          </a:ln>
        </p:spPr>
      </p:sp>
      <p:sp>
        <p:nvSpPr>
          <p:cNvPr id="19" name="">
            <a:extLst xmlns:a="http://schemas.openxmlformats.org/drawingml/2006/main">
              <a:ext uri="{FF2B5EF4-FFF2-40B4-BE49-F238E27FC236}">
                <a16:creationId xmlns:a16="http://schemas.microsoft.com/office/drawing/2014/main" id="{D2C5B0D6-99D1-4967-A359-0216BAB0E647}"/>
              </a:ext>
            </a:extLst>
          </p:cNvPr>
          <p:cNvSpPr>
            <a:spLocks xmlns:a="http://schemas.openxmlformats.org/drawingml/2006/main" noGrp="1"/>
          </p:cNvSpPr>
          <p:nvPr/>
        </p:nvSpPr>
        <p:spPr>
          <a:xfrm xmlns:a="http://schemas.openxmlformats.org/drawingml/2006/main">
            <a:off x="4619625" y="2895600"/>
            <a:ext cx="2924175" cy="373856"/>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20" name="">
            <a:extLst xmlns:a="http://schemas.openxmlformats.org/drawingml/2006/main">
              <a:ext uri="{FF2B5EF4-FFF2-40B4-BE49-F238E27FC236}">
                <a16:creationId xmlns:a16="http://schemas.microsoft.com/office/drawing/2014/main" id="{EDDF7790-A132-4FBA-B379-1D4FE8402703}"/>
              </a:ext>
            </a:extLst>
          </p:cNvPr>
          <p:cNvSpPr>
            <a:spLocks xmlns:a="http://schemas.openxmlformats.org/drawingml/2006/main" noGrp="1"/>
          </p:cNvSpPr>
          <p:nvPr/>
        </p:nvSpPr>
        <p:spPr>
          <a:xfrm xmlns:a="http://schemas.openxmlformats.org/drawingml/2006/main">
            <a:off x="4676775" y="2914650"/>
            <a:ext cx="2809875" cy="373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087F6F"/>
                </a:solidFill>
                <a:latin typeface="Consolas"/>
                <a:ea typeface="Consolas"/>
                <a:cs typeface="Consolas"/>
              </a:defRPr>
            </a:pPr>
            <a:r>
              <a:rPr sz="1875" b="0">
                <a:solidFill>
                  <a:srgbClr val="087F6F"/>
                </a:solidFill>
                <a:latin typeface="Consolas"/>
                <a:ea typeface="Consolas"/>
                <a:cs typeface="Consolas"/>
              </a:rPr>
              <a:t>TP disponible</a:t>
            </a:r>
          </a:p>
        </p:txBody>
      </p:sp>
    </p:spTree>
    <p:extLst>
      <p:ext uri="{BB962C8B-B14F-4D97-AF65-F5344CB8AC3E}">
        <p14:creationId xmlns:p14="http://schemas.microsoft.com/office/powerpoint/2010/main" val="1685984084"/>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B3AF27E-B73F-4D3B-925D-B56F47915770}"/>
              </a:ext>
            </a:extLst>
          </p:cNvPr>
          <p:cNvSpPr>
            <a:spLocks xmlns:a="http://schemas.openxmlformats.org/drawingml/2006/main" noGrp="1"/>
          </p:cNvSpPr>
          <p:nvPr/>
        </p:nvSpPr>
        <p:spPr>
          <a:xfrm xmlns:a="http://schemas.openxmlformats.org/drawingml/2006/main">
            <a:off x="609600" y="4667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1">
                <a:solidFill>
                  <a:srgbClr val="193333"/>
                </a:solidFill>
                <a:latin typeface="Segoe UI"/>
                <a:ea typeface="Segoe UI"/>
                <a:cs typeface="Segoe UI"/>
              </a:defRPr>
            </a:pPr>
            <a:r>
              <a:rPr sz="3600" b="1">
                <a:solidFill>
                  <a:srgbClr val="193333"/>
                </a:solidFill>
                <a:latin typeface="Segoe UI"/>
                <a:ea typeface="Segoe UI"/>
                <a:cs typeface="Segoe UI"/>
              </a:rPr>
              <a:t>El problema y la solución</a:t>
            </a:r>
          </a:p>
        </p:txBody>
      </p:sp>
      <p:sp>
        <p:nvSpPr>
          <p:cNvPr id="2" name="">
            <a:extLst xmlns:a="http://schemas.openxmlformats.org/drawingml/2006/main">
              <a:ext uri="{FF2B5EF4-FFF2-40B4-BE49-F238E27FC236}">
                <a16:creationId xmlns:a16="http://schemas.microsoft.com/office/drawing/2014/main" id="{D73C4644-7287-4890-89AF-4C7F47CD7593}"/>
              </a:ext>
            </a:extLst>
          </p:cNvPr>
          <p:cNvSpPr>
            <a:spLocks xmlns:a="http://schemas.openxmlformats.org/drawingml/2006/main" noGrp="1"/>
          </p:cNvSpPr>
          <p:nvPr/>
        </p:nvSpPr>
        <p:spPr>
          <a:xfrm xmlns:a="http://schemas.openxmlformats.org/drawingml/2006/main">
            <a:off x="609600" y="6419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36B68"/>
                </a:solidFill>
                <a:latin typeface="Segoe UI"/>
                <a:ea typeface="Segoe UI"/>
                <a:cs typeface="Segoe UI"/>
              </a:defRPr>
            </a:pPr>
            <a:r>
              <a:rPr sz="1200" b="0">
                <a:solidFill>
                  <a:srgbClr val="536B68"/>
                </a:solidFill>
                <a:latin typeface="Segoe UI"/>
                <a:ea typeface="Segoe UI"/>
                <a:cs typeface="Segoe UI"/>
              </a:rPr>
              <a:t>OBSERVER · AVISOS DE UN CURSO</a:t>
            </a:r>
          </a:p>
        </p:txBody>
      </p:sp>
      <p:sp>
        <p:nvSpPr>
          <p:cNvPr id="3" name="">
            <a:extLst xmlns:a="http://schemas.openxmlformats.org/drawingml/2006/main">
              <a:ext uri="{FF2B5EF4-FFF2-40B4-BE49-F238E27FC236}">
                <a16:creationId xmlns:a16="http://schemas.microsoft.com/office/drawing/2014/main" id="{FCBDF68C-44E0-45D1-A128-7998A117E426}"/>
              </a:ext>
            </a:extLst>
          </p:cNvPr>
          <p:cNvSpPr>
            <a:spLocks xmlns:a="http://schemas.openxmlformats.org/drawingml/2006/main" noGrp="1"/>
          </p:cNvSpPr>
          <p:nvPr/>
        </p:nvSpPr>
        <p:spPr>
          <a:xfrm xmlns:a="http://schemas.openxmlformats.org/drawingml/2006/main">
            <a:off x="110299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36B68"/>
                </a:solidFill>
                <a:latin typeface="Segoe UI"/>
                <a:ea typeface="Segoe UI"/>
                <a:cs typeface="Segoe UI"/>
              </a:defRPr>
            </a:pPr>
            <a:r>
              <a:rPr sz="1500" b="0">
                <a:solidFill>
                  <a:srgbClr val="536B68"/>
                </a:solidFill>
                <a:latin typeface="Segoe UI"/>
                <a:ea typeface="Segoe UI"/>
                <a:cs typeface="Segoe UI"/>
              </a:rPr>
              <a:t>02</a:t>
            </a:r>
          </a:p>
        </p:txBody>
      </p:sp>
      <p:sp>
        <p:nvSpPr>
          <p:cNvPr id="4" name="">
            <a:extLst xmlns:a="http://schemas.openxmlformats.org/drawingml/2006/main">
              <a:ext uri="{FF2B5EF4-FFF2-40B4-BE49-F238E27FC236}">
                <a16:creationId xmlns:a16="http://schemas.microsoft.com/office/drawing/2014/main" id="{5F753E1A-7ED5-44F2-AE76-1DA1109112D6}"/>
              </a:ext>
            </a:extLst>
          </p:cNvPr>
          <p:cNvSpPr>
            <a:spLocks xmlns:a="http://schemas.openxmlformats.org/drawingml/2006/main" noGrp="1"/>
          </p:cNvSpPr>
          <p:nvPr/>
        </p:nvSpPr>
        <p:spPr>
          <a:xfrm xmlns:a="http://schemas.openxmlformats.org/drawingml/2006/main">
            <a:off x="609600" y="17430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1">
                <a:solidFill>
                  <a:srgbClr val="193333"/>
                </a:solidFill>
                <a:latin typeface="Segoe UI"/>
                <a:ea typeface="Segoe UI"/>
                <a:cs typeface="Segoe UI"/>
              </a:defRPr>
            </a:pPr>
            <a:r>
              <a:rPr sz="2775" b="1">
                <a:solidFill>
                  <a:srgbClr val="193333"/>
                </a:solidFill>
                <a:latin typeface="Segoe UI"/>
                <a:ea typeface="Segoe UI"/>
                <a:cs typeface="Segoe UI"/>
              </a:rPr>
              <a:t>El grupo cambia</a:t>
            </a:r>
          </a:p>
        </p:txBody>
      </p:sp>
      <p:sp>
        <p:nvSpPr>
          <p:cNvPr id="5" name="">
            <a:extLst xmlns:a="http://schemas.openxmlformats.org/drawingml/2006/main">
              <a:ext uri="{FF2B5EF4-FFF2-40B4-BE49-F238E27FC236}">
                <a16:creationId xmlns:a16="http://schemas.microsoft.com/office/drawing/2014/main" id="{CE3B4AA4-3FAB-45AD-9B65-853CB5731359}"/>
              </a:ext>
            </a:extLst>
          </p:cNvPr>
          <p:cNvSpPr>
            <a:spLocks xmlns:a="http://schemas.openxmlformats.org/drawingml/2006/main" noGrp="1"/>
          </p:cNvSpPr>
          <p:nvPr/>
        </p:nvSpPr>
        <p:spPr>
          <a:xfrm xmlns:a="http://schemas.openxmlformats.org/drawingml/2006/main">
            <a:off x="609600" y="2447925"/>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93333"/>
                </a:solidFill>
                <a:latin typeface="Segoe UI"/>
                <a:ea typeface="Segoe UI"/>
                <a:cs typeface="Segoe UI"/>
              </a:defRPr>
            </a:pPr>
            <a:r>
              <a:rPr sz="2175" b="0">
                <a:solidFill>
                  <a:srgbClr val="193333"/>
                </a:solidFill>
                <a:latin typeface="Segoe UI"/>
                <a:ea typeface="Segoe UI"/>
                <a:cs typeface="Segoe UI"/>
              </a:rPr>
              <a:t>Ana se anota. Luis se anota.</a:t>
            </a:r>
          </a:p>
          <a:p xmlns:a="http://schemas.openxmlformats.org/drawingml/2006/main">
            <a:pPr>
              <a:defRPr sz="2175" b="0">
                <a:solidFill>
                  <a:srgbClr val="193333"/>
                </a:solidFill>
                <a:latin typeface="Segoe UI"/>
                <a:ea typeface="Segoe UI"/>
                <a:cs typeface="Segoe UI"/>
              </a:defRPr>
            </a:pPr>
            <a:r>
              <a:rPr sz="2175" b="0">
                <a:solidFill>
                  <a:srgbClr val="193333"/>
                </a:solidFill>
                <a:latin typeface="Segoe UI"/>
                <a:ea typeface="Segoe UI"/>
                <a:cs typeface="Segoe UI"/>
              </a:rPr>
              <a:t>Luis puede dejar de recibir avisos.</a:t>
            </a:r>
          </a:p>
        </p:txBody>
      </p:sp>
      <p:sp>
        <p:nvSpPr>
          <p:cNvPr id="6" name="">
            <a:extLst xmlns:a="http://schemas.openxmlformats.org/drawingml/2006/main">
              <a:ext uri="{FF2B5EF4-FFF2-40B4-BE49-F238E27FC236}">
                <a16:creationId xmlns:a16="http://schemas.microsoft.com/office/drawing/2014/main" id="{540D9DEB-C659-4B5F-884A-783D8A88CA60}"/>
              </a:ext>
            </a:extLst>
          </p:cNvPr>
          <p:cNvSpPr>
            <a:spLocks xmlns:a="http://schemas.openxmlformats.org/drawingml/2006/main" noGrp="1"/>
          </p:cNvSpPr>
          <p:nvPr/>
        </p:nvSpPr>
        <p:spPr>
          <a:xfrm xmlns:a="http://schemas.openxmlformats.org/drawingml/2006/main">
            <a:off x="6238875" y="174307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1">
                <a:solidFill>
                  <a:srgbClr val="087F6F"/>
                </a:solidFill>
                <a:latin typeface="Segoe UI"/>
                <a:ea typeface="Segoe UI"/>
                <a:cs typeface="Segoe UI"/>
              </a:defRPr>
            </a:pPr>
            <a:r>
              <a:rPr sz="2775" b="1">
                <a:solidFill>
                  <a:srgbClr val="087F6F"/>
                </a:solidFill>
                <a:latin typeface="Segoe UI"/>
                <a:ea typeface="Segoe UI"/>
                <a:cs typeface="Segoe UI"/>
              </a:rPr>
              <a:t>El curso depende del contrato</a:t>
            </a:r>
          </a:p>
        </p:txBody>
      </p:sp>
      <p:sp>
        <p:nvSpPr>
          <p:cNvPr id="7" name="">
            <a:extLst xmlns:a="http://schemas.openxmlformats.org/drawingml/2006/main">
              <a:ext uri="{FF2B5EF4-FFF2-40B4-BE49-F238E27FC236}">
                <a16:creationId xmlns:a16="http://schemas.microsoft.com/office/drawing/2014/main" id="{5B15062A-09EC-4854-9C6C-C58F36B38A1D}"/>
              </a:ext>
            </a:extLst>
          </p:cNvPr>
          <p:cNvSpPr>
            <a:spLocks xmlns:a="http://schemas.openxmlformats.org/drawingml/2006/main" noGrp="1"/>
          </p:cNvSpPr>
          <p:nvPr/>
        </p:nvSpPr>
        <p:spPr>
          <a:xfrm xmlns:a="http://schemas.openxmlformats.org/drawingml/2006/main">
            <a:off x="6238875" y="2447925"/>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93333"/>
                </a:solidFill>
                <a:latin typeface="Segoe UI"/>
                <a:ea typeface="Segoe UI"/>
                <a:cs typeface="Segoe UI"/>
              </a:defRPr>
            </a:pPr>
            <a:r>
              <a:rPr sz="2175" b="0">
                <a:solidFill>
                  <a:srgbClr val="193333"/>
                </a:solidFill>
                <a:latin typeface="Segoe UI"/>
                <a:ea typeface="Segoe UI"/>
                <a:cs typeface="Segoe UI"/>
              </a:rPr>
              <a:t>Guarda Observador y llama</a:t>
            </a:r>
          </a:p>
          <a:p xmlns:a="http://schemas.openxmlformats.org/drawingml/2006/main">
            <a:pPr>
              <a:defRPr sz="2175" b="0">
                <a:solidFill>
                  <a:srgbClr val="193333"/>
                </a:solidFill>
                <a:latin typeface="Segoe UI"/>
                <a:ea typeface="Segoe UI"/>
                <a:cs typeface="Segoe UI"/>
              </a:defRPr>
            </a:pPr>
            <a:r>
              <a:rPr sz="2175" b="0">
                <a:solidFill>
                  <a:srgbClr val="193333"/>
                </a:solidFill>
                <a:latin typeface="Segoe UI"/>
                <a:ea typeface="Segoe UI"/>
                <a:cs typeface="Segoe UI"/>
              </a:rPr>
              <a:t>actualizar(aviso) en cada receptor.</a:t>
            </a:r>
          </a:p>
        </p:txBody>
      </p:sp>
      <p:sp>
        <p:nvSpPr>
          <p:cNvPr id="8" name="">
            <a:extLst xmlns:a="http://schemas.openxmlformats.org/drawingml/2006/main">
              <a:ext uri="{FF2B5EF4-FFF2-40B4-BE49-F238E27FC236}">
                <a16:creationId xmlns:a16="http://schemas.microsoft.com/office/drawing/2014/main" id="{91868FCD-C287-4FFC-B2B2-94A2745686DD}"/>
              </a:ext>
            </a:extLst>
          </p:cNvPr>
          <p:cNvSpPr>
            <a:spLocks xmlns:a="http://schemas.openxmlformats.org/drawingml/2006/main" noGrp="1"/>
          </p:cNvSpPr>
          <p:nvPr/>
        </p:nvSpPr>
        <p:spPr>
          <a:xfrm xmlns:a="http://schemas.openxmlformats.org/drawingml/2006/main">
            <a:off x="5905500" y="1714500"/>
            <a:ext cx="9525" cy="3352800"/>
          </a:xfrm>
          <a:custGeom xmlns:a="http://schemas.openxmlformats.org/drawingml/2006/main">
            <a:pathLst>
              <a:path w="9525" h="3352800">
                <a:moveTo>
                  <a:pt x="0" y="0"/>
                </a:moveTo>
                <a:lnTo>
                  <a:pt x="0" y="3352800"/>
                </a:lnTo>
              </a:path>
            </a:pathLst>
          </a:custGeom>
          <a:noFill xmlns:a="http://schemas.openxmlformats.org/drawingml/2006/main"/>
          <a:ln xmlns:a="http://schemas.openxmlformats.org/drawingml/2006/main" w="19050">
            <a:solidFill>
              <a:srgbClr val="A7B9B1"/>
            </a:solidFill>
            <a:prstDash val="solid"/>
          </a:ln>
        </p:spPr>
      </p:sp>
      <p:sp>
        <p:nvSpPr>
          <p:cNvPr id="9" name="">
            <a:extLst xmlns:a="http://schemas.openxmlformats.org/drawingml/2006/main">
              <a:ext uri="{FF2B5EF4-FFF2-40B4-BE49-F238E27FC236}">
                <a16:creationId xmlns:a16="http://schemas.microsoft.com/office/drawing/2014/main" id="{5EDA0DFE-F3A7-44C3-9634-C200F73BF4D9}"/>
              </a:ext>
            </a:extLst>
          </p:cNvPr>
          <p:cNvSpPr>
            <a:spLocks xmlns:a="http://schemas.openxmlformats.org/drawingml/2006/main" noGrp="1"/>
          </p:cNvSpPr>
          <p:nvPr/>
        </p:nvSpPr>
        <p:spPr>
          <a:xfrm xmlns:a="http://schemas.openxmlformats.org/drawingml/2006/main">
            <a:off x="609600" y="44577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1">
                <a:solidFill>
                  <a:srgbClr val="193333"/>
                </a:solidFill>
                <a:latin typeface="Segoe UI"/>
                <a:ea typeface="Segoe UI"/>
                <a:cs typeface="Segoe UI"/>
              </a:defRPr>
            </a:pPr>
            <a:r>
              <a:rPr sz="2775" b="1">
                <a:solidFill>
                  <a:srgbClr val="193333"/>
                </a:solidFill>
                <a:latin typeface="Segoe UI"/>
                <a:ea typeface="Segoe UI"/>
                <a:cs typeface="Segoe UI"/>
              </a:rPr>
              <a:t>Una relación de uno a muchos</a:t>
            </a:r>
          </a:p>
        </p:txBody>
      </p:sp>
      <p:sp>
        <p:nvSpPr>
          <p:cNvPr id="10" name="">
            <a:extLst xmlns:a="http://schemas.openxmlformats.org/drawingml/2006/main">
              <a:ext uri="{FF2B5EF4-FFF2-40B4-BE49-F238E27FC236}">
                <a16:creationId xmlns:a16="http://schemas.microsoft.com/office/drawing/2014/main" id="{46991831-396B-4A14-B0E1-B8AF205884EC}"/>
              </a:ext>
            </a:extLst>
          </p:cNvPr>
          <p:cNvSpPr>
            <a:spLocks xmlns:a="http://schemas.openxmlformats.org/drawingml/2006/main" noGrp="1"/>
          </p:cNvSpPr>
          <p:nvPr/>
        </p:nvSpPr>
        <p:spPr>
          <a:xfrm xmlns:a="http://schemas.openxmlformats.org/drawingml/2006/main">
            <a:off x="609600" y="5219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536B68"/>
                </a:solidFill>
                <a:latin typeface="Segoe UI"/>
                <a:ea typeface="Segoe UI"/>
                <a:cs typeface="Segoe UI"/>
              </a:defRPr>
            </a:pPr>
            <a:r>
              <a:rPr sz="2250" b="0">
                <a:solidFill>
                  <a:srgbClr val="536B68"/>
                </a:solidFill>
                <a:latin typeface="Segoe UI"/>
                <a:ea typeface="Segoe UI"/>
                <a:cs typeface="Segoe UI"/>
              </a:rPr>
              <a:t>Las suscripciones deciden quién recibe la próxima publicación.</a:t>
            </a:r>
          </a:p>
        </p:txBody>
      </p:sp>
    </p:spTree>
    <p:extLst>
      <p:ext uri="{BB962C8B-B14F-4D97-AF65-F5344CB8AC3E}">
        <p14:creationId xmlns:p14="http://schemas.microsoft.com/office/powerpoint/2010/main" val="609363372"/>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48ADAFF-5466-4D47-BE01-0972970C3EA1}"/>
              </a:ext>
            </a:extLst>
          </p:cNvPr>
          <p:cNvSpPr>
            <a:spLocks xmlns:a="http://schemas.openxmlformats.org/drawingml/2006/main" noGrp="1"/>
          </p:cNvSpPr>
          <p:nvPr/>
        </p:nvSpPr>
        <p:spPr>
          <a:xfrm xmlns:a="http://schemas.openxmlformats.org/drawingml/2006/main">
            <a:off x="609600" y="4667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1">
                <a:solidFill>
                  <a:srgbClr val="193333"/>
                </a:solidFill>
                <a:latin typeface="Segoe UI"/>
                <a:ea typeface="Segoe UI"/>
                <a:cs typeface="Segoe UI"/>
              </a:defRPr>
            </a:pPr>
            <a:r>
              <a:rPr sz="3600" b="1">
                <a:solidFill>
                  <a:srgbClr val="193333"/>
                </a:solidFill>
                <a:latin typeface="Segoe UI"/>
                <a:ea typeface="Segoe UI"/>
                <a:cs typeface="Segoe UI"/>
              </a:rPr>
              <a:t>Participantes y relaciones UML</a:t>
            </a:r>
          </a:p>
        </p:txBody>
      </p:sp>
      <p:sp>
        <p:nvSpPr>
          <p:cNvPr id="2" name="">
            <a:extLst xmlns:a="http://schemas.openxmlformats.org/drawingml/2006/main">
              <a:ext uri="{FF2B5EF4-FFF2-40B4-BE49-F238E27FC236}">
                <a16:creationId xmlns:a16="http://schemas.microsoft.com/office/drawing/2014/main" id="{C825B45F-0C18-4806-B91B-DAF3E15BF0D3}"/>
              </a:ext>
            </a:extLst>
          </p:cNvPr>
          <p:cNvSpPr>
            <a:spLocks xmlns:a="http://schemas.openxmlformats.org/drawingml/2006/main" noGrp="1"/>
          </p:cNvSpPr>
          <p:nvPr/>
        </p:nvSpPr>
        <p:spPr>
          <a:xfrm xmlns:a="http://schemas.openxmlformats.org/drawingml/2006/main">
            <a:off x="609600" y="6419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36B68"/>
                </a:solidFill>
                <a:latin typeface="Segoe UI"/>
                <a:ea typeface="Segoe UI"/>
                <a:cs typeface="Segoe UI"/>
              </a:defRPr>
            </a:pPr>
            <a:r>
              <a:rPr sz="1200" b="0">
                <a:solidFill>
                  <a:srgbClr val="536B68"/>
                </a:solidFill>
                <a:latin typeface="Segoe UI"/>
                <a:ea typeface="Segoe UI"/>
                <a:cs typeface="Segoe UI"/>
              </a:rPr>
              <a:t>OBSERVER · AVISOS DE UN CURSO</a:t>
            </a:r>
          </a:p>
        </p:txBody>
      </p:sp>
      <p:sp>
        <p:nvSpPr>
          <p:cNvPr id="3" name="">
            <a:extLst xmlns:a="http://schemas.openxmlformats.org/drawingml/2006/main">
              <a:ext uri="{FF2B5EF4-FFF2-40B4-BE49-F238E27FC236}">
                <a16:creationId xmlns:a16="http://schemas.microsoft.com/office/drawing/2014/main" id="{6AE29E64-A3FB-4428-B576-960F5C1A7E1F}"/>
              </a:ext>
            </a:extLst>
          </p:cNvPr>
          <p:cNvSpPr>
            <a:spLocks xmlns:a="http://schemas.openxmlformats.org/drawingml/2006/main" noGrp="1"/>
          </p:cNvSpPr>
          <p:nvPr/>
        </p:nvSpPr>
        <p:spPr>
          <a:xfrm xmlns:a="http://schemas.openxmlformats.org/drawingml/2006/main">
            <a:off x="110299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36B68"/>
                </a:solidFill>
                <a:latin typeface="Segoe UI"/>
                <a:ea typeface="Segoe UI"/>
                <a:cs typeface="Segoe UI"/>
              </a:defRPr>
            </a:pPr>
            <a:r>
              <a:rPr sz="1500" b="0">
                <a:solidFill>
                  <a:srgbClr val="536B68"/>
                </a:solidFill>
                <a:latin typeface="Segoe UI"/>
                <a:ea typeface="Segoe UI"/>
                <a:cs typeface="Segoe UI"/>
              </a:rPr>
              <a:t>03</a:t>
            </a:r>
          </a:p>
        </p:txBody>
      </p:sp>
      <p:sp>
        <p:nvSpPr>
          <p:cNvPr id="4" name="">
            <a:extLst xmlns:a="http://schemas.openxmlformats.org/drawingml/2006/main">
              <a:ext uri="{FF2B5EF4-FFF2-40B4-BE49-F238E27FC236}">
                <a16:creationId xmlns:a16="http://schemas.microsoft.com/office/drawing/2014/main" id="{AB42A686-C882-42E5-814D-ECA24DC7E863}"/>
              </a:ext>
            </a:extLst>
          </p:cNvPr>
          <p:cNvSpPr>
            <a:spLocks xmlns:a="http://schemas.openxmlformats.org/drawingml/2006/main" noGrp="1"/>
          </p:cNvSpPr>
          <p:nvPr/>
        </p:nvSpPr>
        <p:spPr>
          <a:xfrm xmlns:a="http://schemas.openxmlformats.org/drawingml/2006/main">
            <a:off x="609600" y="1504950"/>
            <a:ext cx="4476750" cy="158115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5" name="">
            <a:extLst xmlns:a="http://schemas.openxmlformats.org/drawingml/2006/main">
              <a:ext uri="{FF2B5EF4-FFF2-40B4-BE49-F238E27FC236}">
                <a16:creationId xmlns:a16="http://schemas.microsoft.com/office/drawing/2014/main" id="{C9E36070-E60D-405D-9B83-ABEE896AE716}"/>
              </a:ext>
            </a:extLst>
          </p:cNvPr>
          <p:cNvSpPr>
            <a:spLocks xmlns:a="http://schemas.openxmlformats.org/drawingml/2006/main" noGrp="1"/>
          </p:cNvSpPr>
          <p:nvPr/>
        </p:nvSpPr>
        <p:spPr>
          <a:xfrm xmlns:a="http://schemas.openxmlformats.org/drawingml/2006/main">
            <a:off x="781050" y="162877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93333"/>
                </a:solidFill>
                <a:latin typeface="Segoe UI"/>
                <a:ea typeface="Segoe UI"/>
                <a:cs typeface="Segoe UI"/>
              </a:defRPr>
            </a:pPr>
            <a:r>
              <a:rPr sz="2175" b="1">
                <a:solidFill>
                  <a:srgbClr val="193333"/>
                </a:solidFill>
                <a:latin typeface="Segoe UI"/>
                <a:ea typeface="Segoe UI"/>
                <a:cs typeface="Segoe UI"/>
              </a:rPr>
              <a:t>«interface» Sujeto</a:t>
            </a:r>
          </a:p>
        </p:txBody>
      </p:sp>
      <p:sp>
        <p:nvSpPr>
          <p:cNvPr id="6" name="">
            <a:extLst xmlns:a="http://schemas.openxmlformats.org/drawingml/2006/main">
              <a:ext uri="{FF2B5EF4-FFF2-40B4-BE49-F238E27FC236}">
                <a16:creationId xmlns:a16="http://schemas.microsoft.com/office/drawing/2014/main" id="{84951E7B-4D59-4678-94C1-C03E1906CE74}"/>
              </a:ext>
            </a:extLst>
          </p:cNvPr>
          <p:cNvSpPr>
            <a:spLocks xmlns:a="http://schemas.openxmlformats.org/drawingml/2006/main" noGrp="1"/>
          </p:cNvSpPr>
          <p:nvPr/>
        </p:nvSpPr>
        <p:spPr>
          <a:xfrm xmlns:a="http://schemas.openxmlformats.org/drawingml/2006/main">
            <a:off x="609600" y="2114550"/>
            <a:ext cx="4476750" cy="9525"/>
          </a:xfrm>
          <a:custGeom xmlns:a="http://schemas.openxmlformats.org/drawingml/2006/main">
            <a:pathLst>
              <a:path w="4476750" h="9525">
                <a:moveTo>
                  <a:pt x="0" y="0"/>
                </a:moveTo>
                <a:lnTo>
                  <a:pt x="4476750" y="0"/>
                </a:lnTo>
              </a:path>
            </a:pathLst>
          </a:custGeom>
          <a:noFill xmlns:a="http://schemas.openxmlformats.org/drawingml/2006/main"/>
          <a:ln xmlns:a="http://schemas.openxmlformats.org/drawingml/2006/main" w="19050">
            <a:solidFill>
              <a:srgbClr val="A7B9B1"/>
            </a:solidFill>
            <a:prstDash val="solid"/>
          </a:ln>
        </p:spPr>
      </p:sp>
      <p:sp>
        <p:nvSpPr>
          <p:cNvPr id="7" name="">
            <a:extLst xmlns:a="http://schemas.openxmlformats.org/drawingml/2006/main">
              <a:ext uri="{FF2B5EF4-FFF2-40B4-BE49-F238E27FC236}">
                <a16:creationId xmlns:a16="http://schemas.microsoft.com/office/drawing/2014/main" id="{659B5702-02DC-4126-A909-9BED7AE8F0B4}"/>
              </a:ext>
            </a:extLst>
          </p:cNvPr>
          <p:cNvSpPr>
            <a:spLocks xmlns:a="http://schemas.openxmlformats.org/drawingml/2006/main" noGrp="1"/>
          </p:cNvSpPr>
          <p:nvPr/>
        </p:nvSpPr>
        <p:spPr>
          <a:xfrm xmlns:a="http://schemas.openxmlformats.org/drawingml/2006/main">
            <a:off x="781050" y="2200275"/>
            <a:ext cx="413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0">
                <a:solidFill>
                  <a:srgbClr val="193333"/>
                </a:solidFill>
                <a:latin typeface="Consolas"/>
                <a:ea typeface="Consolas"/>
                <a:cs typeface="Consolas"/>
              </a:defRPr>
            </a:pPr>
            <a:r>
              <a:rPr sz="1575" b="0">
                <a:solidFill>
                  <a:srgbClr val="193333"/>
                </a:solidFill>
                <a:latin typeface="Consolas"/>
                <a:ea typeface="Consolas"/>
                <a:cs typeface="Consolas"/>
              </a:rPr>
              <a:t>+ suscribir(Observador) : void</a:t>
            </a:r>
          </a:p>
          <a:p xmlns:a="http://schemas.openxmlformats.org/drawingml/2006/main">
            <a:pPr>
              <a:defRPr sz="1575" b="0">
                <a:solidFill>
                  <a:srgbClr val="193333"/>
                </a:solidFill>
                <a:latin typeface="Consolas"/>
                <a:ea typeface="Consolas"/>
                <a:cs typeface="Consolas"/>
              </a:defRPr>
            </a:pPr>
            <a:r>
              <a:rPr sz="1575" b="0">
                <a:solidFill>
                  <a:srgbClr val="193333"/>
                </a:solidFill>
                <a:latin typeface="Consolas"/>
                <a:ea typeface="Consolas"/>
                <a:cs typeface="Consolas"/>
              </a:rPr>
              <a:t>+ desuscribir(Observador) : void</a:t>
            </a:r>
          </a:p>
          <a:p xmlns:a="http://schemas.openxmlformats.org/drawingml/2006/main">
            <a:pPr>
              <a:defRPr sz="1575" b="0">
                <a:solidFill>
                  <a:srgbClr val="193333"/>
                </a:solidFill>
                <a:latin typeface="Consolas"/>
                <a:ea typeface="Consolas"/>
                <a:cs typeface="Consolas"/>
              </a:defRPr>
            </a:pPr>
            <a:r>
              <a:rPr sz="1575" b="0">
                <a:solidFill>
                  <a:srgbClr val="193333"/>
                </a:solidFill>
                <a:latin typeface="Consolas"/>
                <a:ea typeface="Consolas"/>
                <a:cs typeface="Consolas"/>
              </a:rPr>
              <a:t>+ notificar() : void</a:t>
            </a:r>
          </a:p>
        </p:txBody>
      </p:sp>
      <p:sp>
        <p:nvSpPr>
          <p:cNvPr id="8" name="">
            <a:extLst xmlns:a="http://schemas.openxmlformats.org/drawingml/2006/main">
              <a:ext uri="{FF2B5EF4-FFF2-40B4-BE49-F238E27FC236}">
                <a16:creationId xmlns:a16="http://schemas.microsoft.com/office/drawing/2014/main" id="{8FBE7804-B94F-45EB-AD9F-847DD4B8FD66}"/>
              </a:ext>
            </a:extLst>
          </p:cNvPr>
          <p:cNvSpPr>
            <a:spLocks xmlns:a="http://schemas.openxmlformats.org/drawingml/2006/main" noGrp="1"/>
          </p:cNvSpPr>
          <p:nvPr/>
        </p:nvSpPr>
        <p:spPr>
          <a:xfrm xmlns:a="http://schemas.openxmlformats.org/drawingml/2006/main">
            <a:off x="7143750" y="1504950"/>
            <a:ext cx="4438650" cy="108585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9" name="">
            <a:extLst xmlns:a="http://schemas.openxmlformats.org/drawingml/2006/main">
              <a:ext uri="{FF2B5EF4-FFF2-40B4-BE49-F238E27FC236}">
                <a16:creationId xmlns:a16="http://schemas.microsoft.com/office/drawing/2014/main" id="{6FA7733D-9447-4E47-AA66-6C94FCFF75B2}"/>
              </a:ext>
            </a:extLst>
          </p:cNvPr>
          <p:cNvSpPr>
            <a:spLocks xmlns:a="http://schemas.openxmlformats.org/drawingml/2006/main" noGrp="1"/>
          </p:cNvSpPr>
          <p:nvPr/>
        </p:nvSpPr>
        <p:spPr>
          <a:xfrm xmlns:a="http://schemas.openxmlformats.org/drawingml/2006/main">
            <a:off x="7315200" y="16192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93333"/>
                </a:solidFill>
                <a:latin typeface="Segoe UI"/>
                <a:ea typeface="Segoe UI"/>
                <a:cs typeface="Segoe UI"/>
              </a:defRPr>
            </a:pPr>
            <a:r>
              <a:rPr sz="2175" b="1">
                <a:solidFill>
                  <a:srgbClr val="193333"/>
                </a:solidFill>
                <a:latin typeface="Segoe UI"/>
                <a:ea typeface="Segoe UI"/>
                <a:cs typeface="Segoe UI"/>
              </a:rPr>
              <a:t>«interface» Observador</a:t>
            </a:r>
          </a:p>
        </p:txBody>
      </p:sp>
      <p:sp>
        <p:nvSpPr>
          <p:cNvPr id="10" name="">
            <a:extLst xmlns:a="http://schemas.openxmlformats.org/drawingml/2006/main">
              <a:ext uri="{FF2B5EF4-FFF2-40B4-BE49-F238E27FC236}">
                <a16:creationId xmlns:a16="http://schemas.microsoft.com/office/drawing/2014/main" id="{9C86CCD4-E563-421E-A375-C0B9BE13AE96}"/>
              </a:ext>
            </a:extLst>
          </p:cNvPr>
          <p:cNvSpPr>
            <a:spLocks xmlns:a="http://schemas.openxmlformats.org/drawingml/2006/main" noGrp="1"/>
          </p:cNvSpPr>
          <p:nvPr/>
        </p:nvSpPr>
        <p:spPr>
          <a:xfrm xmlns:a="http://schemas.openxmlformats.org/drawingml/2006/main">
            <a:off x="7143750" y="2114550"/>
            <a:ext cx="4438650" cy="9525"/>
          </a:xfrm>
          <a:custGeom xmlns:a="http://schemas.openxmlformats.org/drawingml/2006/main">
            <a:pathLst>
              <a:path w="4438650" h="9525">
                <a:moveTo>
                  <a:pt x="0" y="0"/>
                </a:moveTo>
                <a:lnTo>
                  <a:pt x="4438650" y="0"/>
                </a:lnTo>
              </a:path>
            </a:pathLst>
          </a:custGeom>
          <a:noFill xmlns:a="http://schemas.openxmlformats.org/drawingml/2006/main"/>
          <a:ln xmlns:a="http://schemas.openxmlformats.org/drawingml/2006/main" w="19050">
            <a:solidFill>
              <a:srgbClr val="A7B9B1"/>
            </a:solidFill>
            <a:prstDash val="solid"/>
          </a:ln>
        </p:spPr>
      </p:sp>
      <p:sp>
        <p:nvSpPr>
          <p:cNvPr id="11" name="">
            <a:extLst xmlns:a="http://schemas.openxmlformats.org/drawingml/2006/main">
              <a:ext uri="{FF2B5EF4-FFF2-40B4-BE49-F238E27FC236}">
                <a16:creationId xmlns:a16="http://schemas.microsoft.com/office/drawing/2014/main" id="{672A4C2F-9342-4B21-9821-088871F50FC2}"/>
              </a:ext>
            </a:extLst>
          </p:cNvPr>
          <p:cNvSpPr>
            <a:spLocks xmlns:a="http://schemas.openxmlformats.org/drawingml/2006/main" noGrp="1"/>
          </p:cNvSpPr>
          <p:nvPr/>
        </p:nvSpPr>
        <p:spPr>
          <a:xfrm xmlns:a="http://schemas.openxmlformats.org/drawingml/2006/main">
            <a:off x="7315200" y="22193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193333"/>
                </a:solidFill>
                <a:latin typeface="Consolas"/>
                <a:ea typeface="Consolas"/>
                <a:cs typeface="Consolas"/>
              </a:defRPr>
            </a:pPr>
            <a:r>
              <a:rPr sz="1650" b="0">
                <a:solidFill>
                  <a:srgbClr val="193333"/>
                </a:solidFill>
                <a:latin typeface="Consolas"/>
                <a:ea typeface="Consolas"/>
                <a:cs typeface="Consolas"/>
              </a:rPr>
              <a:t>+ actualizar(String) : void</a:t>
            </a:r>
          </a:p>
        </p:txBody>
      </p:sp>
      <p:sp>
        <p:nvSpPr>
          <p:cNvPr id="12" name="">
            <a:extLst xmlns:a="http://schemas.openxmlformats.org/drawingml/2006/main">
              <a:ext uri="{FF2B5EF4-FFF2-40B4-BE49-F238E27FC236}">
                <a16:creationId xmlns:a16="http://schemas.microsoft.com/office/drawing/2014/main" id="{02E9C143-063F-4AFA-94FD-4B1C4EE893AA}"/>
              </a:ext>
            </a:extLst>
          </p:cNvPr>
          <p:cNvSpPr>
            <a:spLocks xmlns:a="http://schemas.openxmlformats.org/drawingml/2006/main" noGrp="1"/>
          </p:cNvSpPr>
          <p:nvPr/>
        </p:nvSpPr>
        <p:spPr>
          <a:xfrm xmlns:a="http://schemas.openxmlformats.org/drawingml/2006/main">
            <a:off x="609600" y="3781425"/>
            <a:ext cx="4476750" cy="1790700"/>
          </a:xfrm>
          <a:prstGeom xmlns:a="http://schemas.openxmlformats.org/drawingml/2006/main" prst="rect">
            <a:avLst/>
          </a:prstGeom>
          <a:solidFill xmlns:a="http://schemas.openxmlformats.org/drawingml/2006/main">
            <a:srgbClr val="E0EEE7"/>
          </a:solidFill>
          <a:ln xmlns:a="http://schemas.openxmlformats.org/drawingml/2006/main" w="14288">
            <a:solidFill>
              <a:srgbClr val="087F6F"/>
            </a:solidFill>
          </a:ln>
        </p:spPr>
      </p:sp>
      <p:sp>
        <p:nvSpPr>
          <p:cNvPr id="13" name="">
            <a:extLst xmlns:a="http://schemas.openxmlformats.org/drawingml/2006/main">
              <a:ext uri="{FF2B5EF4-FFF2-40B4-BE49-F238E27FC236}">
                <a16:creationId xmlns:a16="http://schemas.microsoft.com/office/drawing/2014/main" id="{875724D0-07FF-4612-8E41-9FF5C64D6FFF}"/>
              </a:ext>
            </a:extLst>
          </p:cNvPr>
          <p:cNvSpPr>
            <a:spLocks xmlns:a="http://schemas.openxmlformats.org/drawingml/2006/main" noGrp="1"/>
          </p:cNvSpPr>
          <p:nvPr/>
        </p:nvSpPr>
        <p:spPr>
          <a:xfrm xmlns:a="http://schemas.openxmlformats.org/drawingml/2006/main">
            <a:off x="781050" y="39147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087F6F"/>
                </a:solidFill>
                <a:latin typeface="Segoe UI"/>
                <a:ea typeface="Segoe UI"/>
                <a:cs typeface="Segoe UI"/>
              </a:defRPr>
            </a:pPr>
            <a:r>
              <a:rPr sz="2400" b="1">
                <a:solidFill>
                  <a:srgbClr val="087F6F"/>
                </a:solidFill>
                <a:latin typeface="Segoe UI"/>
                <a:ea typeface="Segoe UI"/>
                <a:cs typeface="Segoe UI"/>
              </a:rPr>
              <a:t>Curso</a:t>
            </a:r>
          </a:p>
        </p:txBody>
      </p:sp>
      <p:sp>
        <p:nvSpPr>
          <p:cNvPr id="14" name="">
            <a:extLst xmlns:a="http://schemas.openxmlformats.org/drawingml/2006/main">
              <a:ext uri="{FF2B5EF4-FFF2-40B4-BE49-F238E27FC236}">
                <a16:creationId xmlns:a16="http://schemas.microsoft.com/office/drawing/2014/main" id="{6E9C9944-DBE6-4AEC-BDE6-EC3ECFE7EE44}"/>
              </a:ext>
            </a:extLst>
          </p:cNvPr>
          <p:cNvSpPr>
            <a:spLocks xmlns:a="http://schemas.openxmlformats.org/drawingml/2006/main" noGrp="1"/>
          </p:cNvSpPr>
          <p:nvPr/>
        </p:nvSpPr>
        <p:spPr>
          <a:xfrm xmlns:a="http://schemas.openxmlformats.org/drawingml/2006/main">
            <a:off x="609600" y="4400550"/>
            <a:ext cx="4476750" cy="9525"/>
          </a:xfrm>
          <a:custGeom xmlns:a="http://schemas.openxmlformats.org/drawingml/2006/main">
            <a:pathLst>
              <a:path w="4476750" h="9525">
                <a:moveTo>
                  <a:pt x="0" y="0"/>
                </a:moveTo>
                <a:lnTo>
                  <a:pt x="4476750" y="0"/>
                </a:lnTo>
              </a:path>
            </a:pathLst>
          </a:custGeom>
          <a:noFill xmlns:a="http://schemas.openxmlformats.org/drawingml/2006/main"/>
          <a:ln xmlns:a="http://schemas.openxmlformats.org/drawingml/2006/main" w="19050">
            <a:solidFill>
              <a:srgbClr val="087F6F"/>
            </a:solidFill>
            <a:prstDash val="solid"/>
          </a:ln>
        </p:spPr>
      </p:sp>
      <p:sp>
        <p:nvSpPr>
          <p:cNvPr id="15" name="">
            <a:extLst xmlns:a="http://schemas.openxmlformats.org/drawingml/2006/main">
              <a:ext uri="{FF2B5EF4-FFF2-40B4-BE49-F238E27FC236}">
                <a16:creationId xmlns:a16="http://schemas.microsoft.com/office/drawing/2014/main" id="{DBD9DC15-5712-4A01-BAFA-283120DE2BA0}"/>
              </a:ext>
            </a:extLst>
          </p:cNvPr>
          <p:cNvSpPr>
            <a:spLocks xmlns:a="http://schemas.openxmlformats.org/drawingml/2006/main" noGrp="1"/>
          </p:cNvSpPr>
          <p:nvPr/>
        </p:nvSpPr>
        <p:spPr>
          <a:xfrm xmlns:a="http://schemas.openxmlformats.org/drawingml/2006/main">
            <a:off x="781050" y="4543425"/>
            <a:ext cx="41338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0">
                <a:solidFill>
                  <a:srgbClr val="193333"/>
                </a:solidFill>
                <a:latin typeface="Consolas"/>
                <a:ea typeface="Consolas"/>
                <a:cs typeface="Consolas"/>
              </a:defRPr>
            </a:pPr>
            <a:r>
              <a:rPr sz="1575" b="0">
                <a:solidFill>
                  <a:srgbClr val="193333"/>
                </a:solidFill>
                <a:latin typeface="Consolas"/>
                <a:ea typeface="Consolas"/>
                <a:cs typeface="Consolas"/>
              </a:rPr>
              <a:t>− observadores : Set&lt;Observador&gt;</a:t>
            </a:r>
          </a:p>
          <a:p xmlns:a="http://schemas.openxmlformats.org/drawingml/2006/main">
            <a:pPr>
              <a:defRPr sz="1575" b="0">
                <a:solidFill>
                  <a:srgbClr val="193333"/>
                </a:solidFill>
                <a:latin typeface="Consolas"/>
                <a:ea typeface="Consolas"/>
                <a:cs typeface="Consolas"/>
              </a:defRPr>
            </a:pPr>
            <a:r>
              <a:rPr sz="1575" b="0">
                <a:solidFill>
                  <a:srgbClr val="193333"/>
                </a:solidFill>
                <a:latin typeface="Consolas"/>
                <a:ea typeface="Consolas"/>
                <a:cs typeface="Consolas"/>
              </a:rPr>
              <a:t>− ultimoAviso : String</a:t>
            </a:r>
          </a:p>
          <a:p xmlns:a="http://schemas.openxmlformats.org/drawingml/2006/main">
            <a:pPr>
              <a:defRPr sz="1575" b="0">
                <a:solidFill>
                  <a:srgbClr val="193333"/>
                </a:solidFill>
                <a:latin typeface="Consolas"/>
                <a:ea typeface="Consolas"/>
                <a:cs typeface="Consolas"/>
              </a:defRPr>
            </a:pPr>
            <a:r>
              <a:rPr sz="1575" b="0">
                <a:solidFill>
                  <a:srgbClr val="193333"/>
                </a:solidFill>
                <a:latin typeface="Consolas"/>
                <a:ea typeface="Consolas"/>
                <a:cs typeface="Consolas"/>
              </a:rPr>
              <a:t>+ publicarAviso(String) : void</a:t>
            </a:r>
          </a:p>
        </p:txBody>
      </p:sp>
      <p:sp>
        <p:nvSpPr>
          <p:cNvPr id="16" name="">
            <a:extLst xmlns:a="http://schemas.openxmlformats.org/drawingml/2006/main">
              <a:ext uri="{FF2B5EF4-FFF2-40B4-BE49-F238E27FC236}">
                <a16:creationId xmlns:a16="http://schemas.microsoft.com/office/drawing/2014/main" id="{ECC71BD0-CC9A-4F3C-ABBC-DBB9BDF2E330}"/>
              </a:ext>
            </a:extLst>
          </p:cNvPr>
          <p:cNvSpPr>
            <a:spLocks xmlns:a="http://schemas.openxmlformats.org/drawingml/2006/main" noGrp="1"/>
          </p:cNvSpPr>
          <p:nvPr/>
        </p:nvSpPr>
        <p:spPr>
          <a:xfrm xmlns:a="http://schemas.openxmlformats.org/drawingml/2006/main">
            <a:off x="7143750" y="3781425"/>
            <a:ext cx="4438650" cy="179070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17" name="">
            <a:extLst xmlns:a="http://schemas.openxmlformats.org/drawingml/2006/main">
              <a:ext uri="{FF2B5EF4-FFF2-40B4-BE49-F238E27FC236}">
                <a16:creationId xmlns:a16="http://schemas.microsoft.com/office/drawing/2014/main" id="{28E698FB-9C18-4954-979E-AF0BEED25F9A}"/>
              </a:ext>
            </a:extLst>
          </p:cNvPr>
          <p:cNvSpPr>
            <a:spLocks xmlns:a="http://schemas.openxmlformats.org/drawingml/2006/main" noGrp="1"/>
          </p:cNvSpPr>
          <p:nvPr/>
        </p:nvSpPr>
        <p:spPr>
          <a:xfrm xmlns:a="http://schemas.openxmlformats.org/drawingml/2006/main">
            <a:off x="7315200" y="39147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193333"/>
                </a:solidFill>
                <a:latin typeface="Segoe UI"/>
                <a:ea typeface="Segoe UI"/>
                <a:cs typeface="Segoe UI"/>
              </a:defRPr>
            </a:pPr>
            <a:r>
              <a:rPr sz="2400" b="1">
                <a:solidFill>
                  <a:srgbClr val="193333"/>
                </a:solidFill>
                <a:latin typeface="Segoe UI"/>
                <a:ea typeface="Segoe UI"/>
                <a:cs typeface="Segoe UI"/>
              </a:rPr>
              <a:t>Alumno</a:t>
            </a:r>
          </a:p>
        </p:txBody>
      </p:sp>
      <p:sp>
        <p:nvSpPr>
          <p:cNvPr id="18" name="">
            <a:extLst xmlns:a="http://schemas.openxmlformats.org/drawingml/2006/main">
              <a:ext uri="{FF2B5EF4-FFF2-40B4-BE49-F238E27FC236}">
                <a16:creationId xmlns:a16="http://schemas.microsoft.com/office/drawing/2014/main" id="{F1F22F5C-AEA1-45C0-AE23-8BD744BD6208}"/>
              </a:ext>
            </a:extLst>
          </p:cNvPr>
          <p:cNvSpPr>
            <a:spLocks xmlns:a="http://schemas.openxmlformats.org/drawingml/2006/main" noGrp="1"/>
          </p:cNvSpPr>
          <p:nvPr/>
        </p:nvSpPr>
        <p:spPr>
          <a:xfrm xmlns:a="http://schemas.openxmlformats.org/drawingml/2006/main">
            <a:off x="7143750" y="4400550"/>
            <a:ext cx="4438650" cy="9525"/>
          </a:xfrm>
          <a:custGeom xmlns:a="http://schemas.openxmlformats.org/drawingml/2006/main">
            <a:pathLst>
              <a:path w="4438650" h="9525">
                <a:moveTo>
                  <a:pt x="0" y="0"/>
                </a:moveTo>
                <a:lnTo>
                  <a:pt x="4438650" y="0"/>
                </a:lnTo>
              </a:path>
            </a:pathLst>
          </a:custGeom>
          <a:noFill xmlns:a="http://schemas.openxmlformats.org/drawingml/2006/main"/>
          <a:ln xmlns:a="http://schemas.openxmlformats.org/drawingml/2006/main" w="19050">
            <a:solidFill>
              <a:srgbClr val="A7B9B1"/>
            </a:solidFill>
            <a:prstDash val="solid"/>
          </a:ln>
        </p:spPr>
      </p:sp>
      <p:sp>
        <p:nvSpPr>
          <p:cNvPr id="19" name="">
            <a:extLst xmlns:a="http://schemas.openxmlformats.org/drawingml/2006/main">
              <a:ext uri="{FF2B5EF4-FFF2-40B4-BE49-F238E27FC236}">
                <a16:creationId xmlns:a16="http://schemas.microsoft.com/office/drawing/2014/main" id="{6DCAA640-F66E-45D6-97F4-02B4B98BF52A}"/>
              </a:ext>
            </a:extLst>
          </p:cNvPr>
          <p:cNvSpPr>
            <a:spLocks xmlns:a="http://schemas.openxmlformats.org/drawingml/2006/main" noGrp="1"/>
          </p:cNvSpPr>
          <p:nvPr/>
        </p:nvSpPr>
        <p:spPr>
          <a:xfrm xmlns:a="http://schemas.openxmlformats.org/drawingml/2006/main">
            <a:off x="7315200" y="4543425"/>
            <a:ext cx="4095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0">
                <a:solidFill>
                  <a:srgbClr val="193333"/>
                </a:solidFill>
                <a:latin typeface="Consolas"/>
                <a:ea typeface="Consolas"/>
                <a:cs typeface="Consolas"/>
              </a:defRPr>
            </a:pPr>
            <a:r>
              <a:rPr sz="1575" b="0">
                <a:solidFill>
                  <a:srgbClr val="193333"/>
                </a:solidFill>
                <a:latin typeface="Consolas"/>
                <a:ea typeface="Consolas"/>
                <a:cs typeface="Consolas"/>
              </a:rPr>
              <a:t>− nombre : String</a:t>
            </a:r>
          </a:p>
          <a:p xmlns:a="http://schemas.openxmlformats.org/drawingml/2006/main">
            <a:pPr>
              <a:defRPr sz="1575" b="0">
                <a:solidFill>
                  <a:srgbClr val="193333"/>
                </a:solidFill>
                <a:latin typeface="Consolas"/>
                <a:ea typeface="Consolas"/>
                <a:cs typeface="Consolas"/>
              </a:defRPr>
            </a:pPr>
            <a:r>
              <a:rPr sz="1575" b="0">
                <a:solidFill>
                  <a:srgbClr val="193333"/>
                </a:solidFill>
                <a:latin typeface="Consolas"/>
                <a:ea typeface="Consolas"/>
                <a:cs typeface="Consolas"/>
              </a:rPr>
              <a:t>− ultimoAviso : String</a:t>
            </a:r>
          </a:p>
          <a:p xmlns:a="http://schemas.openxmlformats.org/drawingml/2006/main">
            <a:pPr>
              <a:defRPr sz="1575" b="0">
                <a:solidFill>
                  <a:srgbClr val="193333"/>
                </a:solidFill>
                <a:latin typeface="Consolas"/>
                <a:ea typeface="Consolas"/>
                <a:cs typeface="Consolas"/>
              </a:defRPr>
            </a:pPr>
            <a:r>
              <a:rPr sz="1575" b="0">
                <a:solidFill>
                  <a:srgbClr val="193333"/>
                </a:solidFill>
                <a:latin typeface="Consolas"/>
                <a:ea typeface="Consolas"/>
                <a:cs typeface="Consolas"/>
              </a:rPr>
              <a:t>+ actualizar(String) : void</a:t>
            </a:r>
          </a:p>
        </p:txBody>
      </p:sp>
      <p:sp>
        <p:nvSpPr>
          <p:cNvPr id="20" name="">
            <a:extLst xmlns:a="http://schemas.openxmlformats.org/drawingml/2006/main">
              <a:ext uri="{FF2B5EF4-FFF2-40B4-BE49-F238E27FC236}">
                <a16:creationId xmlns:a16="http://schemas.microsoft.com/office/drawing/2014/main" id="{4441B46E-FEF6-4046-9B4A-E899F81AB81F}"/>
              </a:ext>
            </a:extLst>
          </p:cNvPr>
          <p:cNvSpPr>
            <a:spLocks xmlns:a="http://schemas.openxmlformats.org/drawingml/2006/main" noGrp="1"/>
          </p:cNvSpPr>
          <p:nvPr/>
        </p:nvSpPr>
        <p:spPr>
          <a:xfrm xmlns:a="http://schemas.openxmlformats.org/drawingml/2006/main">
            <a:off x="2847975" y="3086100"/>
            <a:ext cx="9525" cy="695325"/>
          </a:xfrm>
          <a:custGeom xmlns:a="http://schemas.openxmlformats.org/drawingml/2006/main">
            <a:pathLst>
              <a:path w="9525" h="695325">
                <a:moveTo>
                  <a:pt x="0" y="695325"/>
                </a:moveTo>
                <a:lnTo>
                  <a:pt x="0" y="0"/>
                </a:lnTo>
              </a:path>
            </a:pathLst>
          </a:custGeom>
          <a:noFill xmlns:a="http://schemas.openxmlformats.org/drawingml/2006/main"/>
          <a:ln xmlns:a="http://schemas.openxmlformats.org/drawingml/2006/main" w="19050">
            <a:solidFill>
              <a:srgbClr val="536B68"/>
            </a:solidFill>
            <a:prstDash val="dash"/>
          </a:ln>
        </p:spPr>
      </p:sp>
      <p:sp>
        <p:nvSpPr>
          <p:cNvPr id="21" name="">
            <a:extLst xmlns:a="http://schemas.openxmlformats.org/drawingml/2006/main">
              <a:ext uri="{FF2B5EF4-FFF2-40B4-BE49-F238E27FC236}">
                <a16:creationId xmlns:a16="http://schemas.microsoft.com/office/drawing/2014/main" id="{C86D8C0F-A79B-4C71-BB06-59AA587402AD}"/>
              </a:ext>
            </a:extLst>
          </p:cNvPr>
          <p:cNvSpPr>
            <a:spLocks xmlns:a="http://schemas.openxmlformats.org/drawingml/2006/main" noGrp="1"/>
          </p:cNvSpPr>
          <p:nvPr/>
        </p:nvSpPr>
        <p:spPr>
          <a:xfrm xmlns:a="http://schemas.openxmlformats.org/drawingml/2006/main">
            <a:off x="2781300" y="3086100"/>
            <a:ext cx="133350" cy="142875"/>
          </a:xfrm>
          <a:custGeom xmlns:a="http://schemas.openxmlformats.org/drawingml/2006/main">
            <a:pathLst>
              <a:path w="133350" h="142875">
                <a:moveTo>
                  <a:pt x="133350" y="142875"/>
                </a:moveTo>
                <a:lnTo>
                  <a:pt x="66675" y="0"/>
                </a:lnTo>
                <a:lnTo>
                  <a:pt x="0" y="142875"/>
                </a:lnTo>
                <a:lnTo>
                  <a:pt x="133350" y="142875"/>
                </a:lnTo>
              </a:path>
            </a:pathLst>
          </a:custGeom>
          <a:solidFill xmlns:a="http://schemas.openxmlformats.org/drawingml/2006/main">
            <a:srgbClr val="F5F2E9"/>
          </a:solidFill>
          <a:ln xmlns:a="http://schemas.openxmlformats.org/drawingml/2006/main" w="19050">
            <a:solidFill>
              <a:srgbClr val="536B68"/>
            </a:solidFill>
            <a:prstDash val="solid"/>
          </a:ln>
        </p:spPr>
      </p:sp>
      <p:sp>
        <p:nvSpPr>
          <p:cNvPr id="22" name="">
            <a:extLst xmlns:a="http://schemas.openxmlformats.org/drawingml/2006/main">
              <a:ext uri="{FF2B5EF4-FFF2-40B4-BE49-F238E27FC236}">
                <a16:creationId xmlns:a16="http://schemas.microsoft.com/office/drawing/2014/main" id="{38DB747C-05CA-47F8-8498-44D5EA5BA8DF}"/>
              </a:ext>
            </a:extLst>
          </p:cNvPr>
          <p:cNvSpPr>
            <a:spLocks xmlns:a="http://schemas.openxmlformats.org/drawingml/2006/main" noGrp="1"/>
          </p:cNvSpPr>
          <p:nvPr/>
        </p:nvSpPr>
        <p:spPr>
          <a:xfrm xmlns:a="http://schemas.openxmlformats.org/drawingml/2006/main">
            <a:off x="9363075" y="2590800"/>
            <a:ext cx="9525" cy="1190625"/>
          </a:xfrm>
          <a:custGeom xmlns:a="http://schemas.openxmlformats.org/drawingml/2006/main">
            <a:pathLst>
              <a:path w="9525" h="1190625">
                <a:moveTo>
                  <a:pt x="0" y="1190625"/>
                </a:moveTo>
                <a:lnTo>
                  <a:pt x="0" y="0"/>
                </a:lnTo>
              </a:path>
            </a:pathLst>
          </a:custGeom>
          <a:noFill xmlns:a="http://schemas.openxmlformats.org/drawingml/2006/main"/>
          <a:ln xmlns:a="http://schemas.openxmlformats.org/drawingml/2006/main" w="19050">
            <a:solidFill>
              <a:srgbClr val="536B68"/>
            </a:solidFill>
            <a:prstDash val="dash"/>
          </a:ln>
        </p:spPr>
      </p:sp>
      <p:sp>
        <p:nvSpPr>
          <p:cNvPr id="23" name="">
            <a:extLst xmlns:a="http://schemas.openxmlformats.org/drawingml/2006/main">
              <a:ext uri="{FF2B5EF4-FFF2-40B4-BE49-F238E27FC236}">
                <a16:creationId xmlns:a16="http://schemas.microsoft.com/office/drawing/2014/main" id="{E6D4EE4A-6040-4AC4-8CDD-0E787036547A}"/>
              </a:ext>
            </a:extLst>
          </p:cNvPr>
          <p:cNvSpPr>
            <a:spLocks xmlns:a="http://schemas.openxmlformats.org/drawingml/2006/main" noGrp="1"/>
          </p:cNvSpPr>
          <p:nvPr/>
        </p:nvSpPr>
        <p:spPr>
          <a:xfrm xmlns:a="http://schemas.openxmlformats.org/drawingml/2006/main">
            <a:off x="9296400" y="2590800"/>
            <a:ext cx="133350" cy="142875"/>
          </a:xfrm>
          <a:custGeom xmlns:a="http://schemas.openxmlformats.org/drawingml/2006/main">
            <a:pathLst>
              <a:path w="133350" h="142875">
                <a:moveTo>
                  <a:pt x="133350" y="142875"/>
                </a:moveTo>
                <a:lnTo>
                  <a:pt x="66675" y="0"/>
                </a:lnTo>
                <a:lnTo>
                  <a:pt x="0" y="142875"/>
                </a:lnTo>
                <a:lnTo>
                  <a:pt x="133350" y="142875"/>
                </a:lnTo>
              </a:path>
            </a:pathLst>
          </a:custGeom>
          <a:solidFill xmlns:a="http://schemas.openxmlformats.org/drawingml/2006/main">
            <a:srgbClr val="F5F2E9"/>
          </a:solidFill>
          <a:ln xmlns:a="http://schemas.openxmlformats.org/drawingml/2006/main" w="19050">
            <a:solidFill>
              <a:srgbClr val="536B68"/>
            </a:solidFill>
            <a:prstDash val="solid"/>
          </a:ln>
        </p:spPr>
      </p:sp>
      <p:sp>
        <p:nvSpPr>
          <p:cNvPr id="24" name="">
            <a:extLst xmlns:a="http://schemas.openxmlformats.org/drawingml/2006/main">
              <a:ext uri="{FF2B5EF4-FFF2-40B4-BE49-F238E27FC236}">
                <a16:creationId xmlns:a16="http://schemas.microsoft.com/office/drawing/2014/main" id="{474E647F-4C76-4E72-96EA-630C0014C294}"/>
              </a:ext>
            </a:extLst>
          </p:cNvPr>
          <p:cNvSpPr>
            <a:spLocks xmlns:a="http://schemas.openxmlformats.org/drawingml/2006/main" noGrp="1"/>
          </p:cNvSpPr>
          <p:nvPr/>
        </p:nvSpPr>
        <p:spPr>
          <a:xfrm xmlns:a="http://schemas.openxmlformats.org/drawingml/2006/main">
            <a:off x="5086350" y="1895475"/>
            <a:ext cx="2057400" cy="2228850"/>
          </a:xfrm>
          <a:custGeom xmlns:a="http://schemas.openxmlformats.org/drawingml/2006/main">
            <a:pathLst>
              <a:path w="2057400" h="2228850">
                <a:moveTo>
                  <a:pt x="0" y="2228850"/>
                </a:moveTo>
                <a:lnTo>
                  <a:pt x="1047750" y="2228850"/>
                </a:lnTo>
                <a:lnTo>
                  <a:pt x="1047750" y="0"/>
                </a:lnTo>
                <a:lnTo>
                  <a:pt x="2057400" y="0"/>
                </a:lnTo>
              </a:path>
            </a:pathLst>
          </a:custGeom>
          <a:noFill xmlns:a="http://schemas.openxmlformats.org/drawingml/2006/main"/>
          <a:ln xmlns:a="http://schemas.openxmlformats.org/drawingml/2006/main" w="19050">
            <a:solidFill>
              <a:srgbClr val="087F6F"/>
            </a:solidFill>
            <a:prstDash val="solid"/>
          </a:ln>
        </p:spPr>
      </p:sp>
      <p:sp>
        <p:nvSpPr>
          <p:cNvPr id="25" name="">
            <a:extLst xmlns:a="http://schemas.openxmlformats.org/drawingml/2006/main">
              <a:ext uri="{FF2B5EF4-FFF2-40B4-BE49-F238E27FC236}">
                <a16:creationId xmlns:a16="http://schemas.microsoft.com/office/drawing/2014/main" id="{C65ED04B-33D4-4B53-A33B-72E8B10476D7}"/>
              </a:ext>
            </a:extLst>
          </p:cNvPr>
          <p:cNvSpPr>
            <a:spLocks xmlns:a="http://schemas.openxmlformats.org/drawingml/2006/main" noGrp="1"/>
          </p:cNvSpPr>
          <p:nvPr/>
        </p:nvSpPr>
        <p:spPr>
          <a:xfrm xmlns:a="http://schemas.openxmlformats.org/drawingml/2006/main">
            <a:off x="7038975" y="1828800"/>
            <a:ext cx="104775" cy="133350"/>
          </a:xfrm>
          <a:custGeom xmlns:a="http://schemas.openxmlformats.org/drawingml/2006/main">
            <a:pathLst>
              <a:path w="104775" h="133350">
                <a:moveTo>
                  <a:pt x="0" y="133350"/>
                </a:moveTo>
                <a:lnTo>
                  <a:pt x="104775" y="66675"/>
                </a:lnTo>
                <a:lnTo>
                  <a:pt x="0" y="0"/>
                </a:lnTo>
              </a:path>
            </a:pathLst>
          </a:custGeom>
          <a:noFill xmlns:a="http://schemas.openxmlformats.org/drawingml/2006/main"/>
          <a:ln xmlns:a="http://schemas.openxmlformats.org/drawingml/2006/main" w="19050">
            <a:solidFill>
              <a:srgbClr val="087F6F"/>
            </a:solidFill>
            <a:prstDash val="solid"/>
          </a:ln>
        </p:spPr>
      </p:sp>
      <p:sp>
        <p:nvSpPr>
          <p:cNvPr id="26" name="">
            <a:extLst xmlns:a="http://schemas.openxmlformats.org/drawingml/2006/main">
              <a:ext uri="{FF2B5EF4-FFF2-40B4-BE49-F238E27FC236}">
                <a16:creationId xmlns:a16="http://schemas.microsoft.com/office/drawing/2014/main" id="{8F468B03-E75B-4AF3-8CB6-B089E8440A74}"/>
              </a:ext>
            </a:extLst>
          </p:cNvPr>
          <p:cNvSpPr>
            <a:spLocks xmlns:a="http://schemas.openxmlformats.org/drawingml/2006/main" noGrp="1"/>
          </p:cNvSpPr>
          <p:nvPr/>
        </p:nvSpPr>
        <p:spPr>
          <a:xfrm xmlns:a="http://schemas.openxmlformats.org/drawingml/2006/main">
            <a:off x="5133975" y="3638550"/>
            <a:ext cx="438150" cy="338138"/>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27" name="">
            <a:extLst xmlns:a="http://schemas.openxmlformats.org/drawingml/2006/main">
              <a:ext uri="{FF2B5EF4-FFF2-40B4-BE49-F238E27FC236}">
                <a16:creationId xmlns:a16="http://schemas.microsoft.com/office/drawing/2014/main" id="{38D9FC77-156B-40E0-8601-DBC1783D64E7}"/>
              </a:ext>
            </a:extLst>
          </p:cNvPr>
          <p:cNvSpPr>
            <a:spLocks xmlns:a="http://schemas.openxmlformats.org/drawingml/2006/main" noGrp="1"/>
          </p:cNvSpPr>
          <p:nvPr/>
        </p:nvSpPr>
        <p:spPr>
          <a:xfrm xmlns:a="http://schemas.openxmlformats.org/drawingml/2006/main">
            <a:off x="5191125" y="3657600"/>
            <a:ext cx="32385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087F6F"/>
                </a:solidFill>
                <a:latin typeface="Consolas"/>
                <a:ea typeface="Consolas"/>
                <a:cs typeface="Consolas"/>
              </a:defRPr>
            </a:pPr>
            <a:r>
              <a:rPr sz="1650" b="0">
                <a:solidFill>
                  <a:srgbClr val="087F6F"/>
                </a:solidFill>
                <a:latin typeface="Consolas"/>
                <a:ea typeface="Consolas"/>
                <a:cs typeface="Consolas"/>
              </a:rPr>
              <a:t>1</a:t>
            </a:r>
          </a:p>
        </p:txBody>
      </p:sp>
      <p:sp>
        <p:nvSpPr>
          <p:cNvPr id="28" name="">
            <a:extLst xmlns:a="http://schemas.openxmlformats.org/drawingml/2006/main">
              <a:ext uri="{FF2B5EF4-FFF2-40B4-BE49-F238E27FC236}">
                <a16:creationId xmlns:a16="http://schemas.microsoft.com/office/drawing/2014/main" id="{40905DB9-BA52-4BE9-ABEE-29DBC9E869D3}"/>
              </a:ext>
            </a:extLst>
          </p:cNvPr>
          <p:cNvSpPr>
            <a:spLocks xmlns:a="http://schemas.openxmlformats.org/drawingml/2006/main" noGrp="1"/>
          </p:cNvSpPr>
          <p:nvPr/>
        </p:nvSpPr>
        <p:spPr>
          <a:xfrm xmlns:a="http://schemas.openxmlformats.org/drawingml/2006/main">
            <a:off x="6410325" y="1524000"/>
            <a:ext cx="752475" cy="338138"/>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29" name="">
            <a:extLst xmlns:a="http://schemas.openxmlformats.org/drawingml/2006/main">
              <a:ext uri="{FF2B5EF4-FFF2-40B4-BE49-F238E27FC236}">
                <a16:creationId xmlns:a16="http://schemas.microsoft.com/office/drawing/2014/main" id="{33582036-AA67-4F27-8E60-EF7C105B0960}"/>
              </a:ext>
            </a:extLst>
          </p:cNvPr>
          <p:cNvSpPr>
            <a:spLocks xmlns:a="http://schemas.openxmlformats.org/drawingml/2006/main" noGrp="1"/>
          </p:cNvSpPr>
          <p:nvPr/>
        </p:nvSpPr>
        <p:spPr>
          <a:xfrm xmlns:a="http://schemas.openxmlformats.org/drawingml/2006/main">
            <a:off x="6467475" y="1543050"/>
            <a:ext cx="638175"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087F6F"/>
                </a:solidFill>
                <a:latin typeface="Consolas"/>
                <a:ea typeface="Consolas"/>
                <a:cs typeface="Consolas"/>
              </a:defRPr>
            </a:pPr>
            <a:r>
              <a:rPr sz="1650" b="0">
                <a:solidFill>
                  <a:srgbClr val="087F6F"/>
                </a:solidFill>
                <a:latin typeface="Consolas"/>
                <a:ea typeface="Consolas"/>
                <a:cs typeface="Consolas"/>
              </a:rPr>
              <a:t>0..*</a:t>
            </a:r>
          </a:p>
        </p:txBody>
      </p:sp>
      <p:sp>
        <p:nvSpPr>
          <p:cNvPr id="30" name="">
            <a:extLst xmlns:a="http://schemas.openxmlformats.org/drawingml/2006/main">
              <a:ext uri="{FF2B5EF4-FFF2-40B4-BE49-F238E27FC236}">
                <a16:creationId xmlns:a16="http://schemas.microsoft.com/office/drawing/2014/main" id="{630A3104-B7FE-414E-902D-2F8F7DFF647F}"/>
              </a:ext>
            </a:extLst>
          </p:cNvPr>
          <p:cNvSpPr>
            <a:spLocks xmlns:a="http://schemas.openxmlformats.org/drawingml/2006/main" noGrp="1"/>
          </p:cNvSpPr>
          <p:nvPr/>
        </p:nvSpPr>
        <p:spPr>
          <a:xfrm xmlns:a="http://schemas.openxmlformats.org/drawingml/2006/main">
            <a:off x="5448300" y="2990850"/>
            <a:ext cx="1371600" cy="314325"/>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31" name="">
            <a:extLst xmlns:a="http://schemas.openxmlformats.org/drawingml/2006/main">
              <a:ext uri="{FF2B5EF4-FFF2-40B4-BE49-F238E27FC236}">
                <a16:creationId xmlns:a16="http://schemas.microsoft.com/office/drawing/2014/main" id="{430E9B3E-03C5-404B-97D5-926F5B74F143}"/>
              </a:ext>
            </a:extLst>
          </p:cNvPr>
          <p:cNvSpPr>
            <a:spLocks xmlns:a="http://schemas.openxmlformats.org/drawingml/2006/main" noGrp="1"/>
          </p:cNvSpPr>
          <p:nvPr/>
        </p:nvSpPr>
        <p:spPr>
          <a:xfrm xmlns:a="http://schemas.openxmlformats.org/drawingml/2006/main">
            <a:off x="5505450" y="3009900"/>
            <a:ext cx="1257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087F6F"/>
                </a:solidFill>
                <a:latin typeface="Consolas"/>
                <a:ea typeface="Consolas"/>
                <a:cs typeface="Consolas"/>
              </a:defRPr>
            </a:pPr>
            <a:r>
              <a:rPr sz="1500" b="0">
                <a:solidFill>
                  <a:srgbClr val="087F6F"/>
                </a:solidFill>
                <a:latin typeface="Consolas"/>
                <a:ea typeface="Consolas"/>
                <a:cs typeface="Consolas"/>
              </a:rPr>
              <a:t>notifica</a:t>
            </a:r>
          </a:p>
        </p:txBody>
      </p:sp>
      <p:sp>
        <p:nvSpPr>
          <p:cNvPr id="32" name="">
            <a:extLst xmlns:a="http://schemas.openxmlformats.org/drawingml/2006/main">
              <a:ext uri="{FF2B5EF4-FFF2-40B4-BE49-F238E27FC236}">
                <a16:creationId xmlns:a16="http://schemas.microsoft.com/office/drawing/2014/main" id="{1CCF86A8-FA8F-4BB2-9D10-D4094DD817A0}"/>
              </a:ext>
            </a:extLst>
          </p:cNvPr>
          <p:cNvSpPr>
            <a:spLocks xmlns:a="http://schemas.openxmlformats.org/drawingml/2006/main" noGrp="1"/>
          </p:cNvSpPr>
          <p:nvPr/>
        </p:nvSpPr>
        <p:spPr>
          <a:xfrm xmlns:a="http://schemas.openxmlformats.org/drawingml/2006/main">
            <a:off x="609600" y="5829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36B68"/>
                </a:solidFill>
                <a:latin typeface="Segoe UI"/>
                <a:ea typeface="Segoe UI"/>
                <a:cs typeface="Segoe UI"/>
              </a:defRPr>
            </a:pPr>
            <a:r>
              <a:rPr sz="1875" b="0">
                <a:solidFill>
                  <a:srgbClr val="536B68"/>
                </a:solidFill>
                <a:latin typeface="Segoe UI"/>
                <a:ea typeface="Segoe UI"/>
                <a:cs typeface="Segoe UI"/>
              </a:rPr>
              <a:t>Demo: crea Curso y Alumno; suscribe, publica y da de baja.</a:t>
            </a:r>
          </a:p>
        </p:txBody>
      </p:sp>
    </p:spTree>
    <p:extLst>
      <p:ext uri="{BB962C8B-B14F-4D97-AF65-F5344CB8AC3E}">
        <p14:creationId xmlns:p14="http://schemas.microsoft.com/office/powerpoint/2010/main" val="148436484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D192D3-606A-4657-882A-482BF2F27F66}"/>
              </a:ext>
            </a:extLst>
          </p:cNvPr>
          <p:cNvSpPr>
            <a:spLocks xmlns:a="http://schemas.openxmlformats.org/drawingml/2006/main" noGrp="1"/>
          </p:cNvSpPr>
          <p:nvPr/>
        </p:nvSpPr>
        <p:spPr>
          <a:xfrm xmlns:a="http://schemas.openxmlformats.org/drawingml/2006/main">
            <a:off x="609600" y="4667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1">
                <a:solidFill>
                  <a:srgbClr val="193333"/>
                </a:solidFill>
                <a:latin typeface="Segoe UI"/>
                <a:ea typeface="Segoe UI"/>
                <a:cs typeface="Segoe UI"/>
              </a:defRPr>
            </a:pPr>
            <a:r>
              <a:rPr sz="3600" b="1">
                <a:solidFill>
                  <a:srgbClr val="193333"/>
                </a:solidFill>
                <a:latin typeface="Segoe UI"/>
                <a:ea typeface="Segoe UI"/>
                <a:cs typeface="Segoe UI"/>
              </a:rPr>
              <a:t>La publicación dispara la entrega</a:t>
            </a:r>
          </a:p>
        </p:txBody>
      </p:sp>
      <p:sp>
        <p:nvSpPr>
          <p:cNvPr id="2" name="">
            <a:extLst xmlns:a="http://schemas.openxmlformats.org/drawingml/2006/main">
              <a:ext uri="{FF2B5EF4-FFF2-40B4-BE49-F238E27FC236}">
                <a16:creationId xmlns:a16="http://schemas.microsoft.com/office/drawing/2014/main" id="{A6628DED-0540-4343-968E-B3958B23EA6D}"/>
              </a:ext>
            </a:extLst>
          </p:cNvPr>
          <p:cNvSpPr>
            <a:spLocks xmlns:a="http://schemas.openxmlformats.org/drawingml/2006/main" noGrp="1"/>
          </p:cNvSpPr>
          <p:nvPr/>
        </p:nvSpPr>
        <p:spPr>
          <a:xfrm xmlns:a="http://schemas.openxmlformats.org/drawingml/2006/main">
            <a:off x="609600" y="6419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36B68"/>
                </a:solidFill>
                <a:latin typeface="Segoe UI"/>
                <a:ea typeface="Segoe UI"/>
                <a:cs typeface="Segoe UI"/>
              </a:defRPr>
            </a:pPr>
            <a:r>
              <a:rPr sz="1200" b="0">
                <a:solidFill>
                  <a:srgbClr val="536B68"/>
                </a:solidFill>
                <a:latin typeface="Segoe UI"/>
                <a:ea typeface="Segoe UI"/>
                <a:cs typeface="Segoe UI"/>
              </a:rPr>
              <a:t>OBSERVER · AVISOS DE UN CURSO</a:t>
            </a:r>
          </a:p>
        </p:txBody>
      </p:sp>
      <p:sp>
        <p:nvSpPr>
          <p:cNvPr id="3" name="">
            <a:extLst xmlns:a="http://schemas.openxmlformats.org/drawingml/2006/main">
              <a:ext uri="{FF2B5EF4-FFF2-40B4-BE49-F238E27FC236}">
                <a16:creationId xmlns:a16="http://schemas.microsoft.com/office/drawing/2014/main" id="{8EAC9C78-6195-43AA-BEA9-E36114944F28}"/>
              </a:ext>
            </a:extLst>
          </p:cNvPr>
          <p:cNvSpPr>
            <a:spLocks xmlns:a="http://schemas.openxmlformats.org/drawingml/2006/main" noGrp="1"/>
          </p:cNvSpPr>
          <p:nvPr/>
        </p:nvSpPr>
        <p:spPr>
          <a:xfrm xmlns:a="http://schemas.openxmlformats.org/drawingml/2006/main">
            <a:off x="110299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36B68"/>
                </a:solidFill>
                <a:latin typeface="Segoe UI"/>
                <a:ea typeface="Segoe UI"/>
                <a:cs typeface="Segoe UI"/>
              </a:defRPr>
            </a:pPr>
            <a:r>
              <a:rPr sz="1500" b="0">
                <a:solidFill>
                  <a:srgbClr val="536B68"/>
                </a:solidFill>
                <a:latin typeface="Segoe UI"/>
                <a:ea typeface="Segoe UI"/>
                <a:cs typeface="Segoe UI"/>
              </a:rPr>
              <a:t>04</a:t>
            </a:r>
          </a:p>
        </p:txBody>
      </p:sp>
      <p:sp>
        <p:nvSpPr>
          <p:cNvPr id="4" name="">
            <a:extLst xmlns:a="http://schemas.openxmlformats.org/drawingml/2006/main">
              <a:ext uri="{FF2B5EF4-FFF2-40B4-BE49-F238E27FC236}">
                <a16:creationId xmlns:a16="http://schemas.microsoft.com/office/drawing/2014/main" id="{FFED7F08-F331-4EB7-9CE5-ECC40E997CA9}"/>
              </a:ext>
            </a:extLst>
          </p:cNvPr>
          <p:cNvSpPr>
            <a:spLocks xmlns:a="http://schemas.openxmlformats.org/drawingml/2006/main" noGrp="1"/>
          </p:cNvSpPr>
          <p:nvPr/>
        </p:nvSpPr>
        <p:spPr>
          <a:xfrm xmlns:a="http://schemas.openxmlformats.org/drawingml/2006/main">
            <a:off x="609600" y="1543050"/>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1">
                <a:solidFill>
                  <a:srgbClr val="087F6F"/>
                </a:solidFill>
                <a:latin typeface="Segoe UI"/>
                <a:ea typeface="Segoe UI"/>
                <a:cs typeface="Segoe UI"/>
              </a:defRPr>
            </a:pPr>
            <a:r>
              <a:rPr sz="1950" b="1">
                <a:solidFill>
                  <a:srgbClr val="087F6F"/>
                </a:solidFill>
                <a:latin typeface="Segoe UI"/>
                <a:ea typeface="Segoe UI"/>
                <a:cs typeface="Segoe UI"/>
              </a:rPr>
              <a:t>Curso.java</a:t>
            </a:r>
          </a:p>
        </p:txBody>
      </p:sp>
      <p:sp>
        <p:nvSpPr>
          <p:cNvPr id="5" name="">
            <a:extLst xmlns:a="http://schemas.openxmlformats.org/drawingml/2006/main">
              <a:ext uri="{FF2B5EF4-FFF2-40B4-BE49-F238E27FC236}">
                <a16:creationId xmlns:a16="http://schemas.microsoft.com/office/drawing/2014/main" id="{AA564889-DF5B-418F-AA50-B3A1805BEE87}"/>
              </a:ext>
            </a:extLst>
          </p:cNvPr>
          <p:cNvSpPr>
            <a:spLocks xmlns:a="http://schemas.openxmlformats.org/drawingml/2006/main" noGrp="1"/>
          </p:cNvSpPr>
          <p:nvPr/>
        </p:nvSpPr>
        <p:spPr>
          <a:xfrm xmlns:a="http://schemas.openxmlformats.org/drawingml/2006/main">
            <a:off x="609600" y="2095500"/>
            <a:ext cx="7124700" cy="323850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6" name="">
            <a:extLst xmlns:a="http://schemas.openxmlformats.org/drawingml/2006/main">
              <a:ext uri="{FF2B5EF4-FFF2-40B4-BE49-F238E27FC236}">
                <a16:creationId xmlns:a16="http://schemas.microsoft.com/office/drawing/2014/main" id="{B27722BF-D92F-4319-8335-183B29EB8CA7}"/>
              </a:ext>
            </a:extLst>
          </p:cNvPr>
          <p:cNvSpPr>
            <a:spLocks xmlns:a="http://schemas.openxmlformats.org/drawingml/2006/main" noGrp="1"/>
          </p:cNvSpPr>
          <p:nvPr/>
        </p:nvSpPr>
        <p:spPr>
          <a:xfrm xmlns:a="http://schemas.openxmlformats.org/drawingml/2006/main">
            <a:off x="838200" y="2314575"/>
            <a:ext cx="6705600" cy="2828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93333"/>
                </a:solidFill>
                <a:latin typeface="Consolas"/>
                <a:ea typeface="Consolas"/>
                <a:cs typeface="Consolas"/>
              </a:defRPr>
            </a:pPr>
            <a:r>
              <a:rPr sz="1800" b="0">
                <a:solidFill>
                  <a:srgbClr val="193333"/>
                </a:solidFill>
                <a:latin typeface="Consolas"/>
                <a:ea typeface="Consolas"/>
                <a:cs typeface="Consolas"/>
              </a:rPr>
              <a:t>public void publicarAviso(String aviso) {</a:t>
            </a:r>
          </a:p>
          <a:p xmlns:a="http://schemas.openxmlformats.org/drawingml/2006/main">
            <a:pPr>
              <a:defRPr sz="1800" b="0">
                <a:solidFill>
                  <a:srgbClr val="193333"/>
                </a:solidFill>
                <a:latin typeface="Consolas"/>
                <a:ea typeface="Consolas"/>
                <a:cs typeface="Consolas"/>
              </a:defRPr>
            </a:pPr>
            <a:r>
              <a:rPr sz="1800" b="0">
                <a:solidFill>
                  <a:srgbClr val="193333"/>
                </a:solidFill>
                <a:latin typeface="Consolas"/>
                <a:ea typeface="Consolas"/>
                <a:cs typeface="Consolas"/>
              </a:rPr>
              <a:t>    if (aviso == null || aviso.isBlank())</a:t>
            </a:r>
          </a:p>
          <a:p xmlns:a="http://schemas.openxmlformats.org/drawingml/2006/main">
            <a:pPr>
              <a:defRPr sz="1800" b="0">
                <a:solidFill>
                  <a:srgbClr val="193333"/>
                </a:solidFill>
                <a:latin typeface="Consolas"/>
                <a:ea typeface="Consolas"/>
                <a:cs typeface="Consolas"/>
              </a:defRPr>
            </a:pPr>
            <a:r>
              <a:rPr sz="1800" b="0">
                <a:solidFill>
                  <a:srgbClr val="193333"/>
                </a:solidFill>
                <a:latin typeface="Consolas"/>
                <a:ea typeface="Consolas"/>
                <a:cs typeface="Consolas"/>
              </a:rPr>
              <a:t>        throw new IllegalArgumentException(</a:t>
            </a:r>
          </a:p>
          <a:p xmlns:a="http://schemas.openxmlformats.org/drawingml/2006/main">
            <a:pPr>
              <a:defRPr sz="1800" b="0">
                <a:solidFill>
                  <a:srgbClr val="193333"/>
                </a:solidFill>
                <a:latin typeface="Consolas"/>
                <a:ea typeface="Consolas"/>
                <a:cs typeface="Consolas"/>
              </a:defRPr>
            </a:pPr>
            <a:r>
              <a:rPr sz="1800" b="0">
                <a:solidFill>
                  <a:srgbClr val="193333"/>
                </a:solidFill>
                <a:latin typeface="Consolas"/>
                <a:ea typeface="Consolas"/>
                <a:cs typeface="Consolas"/>
              </a:rPr>
              <a:t>            "Aviso requerido");</a:t>
            </a:r>
          </a:p>
          <a:p xmlns:a="http://schemas.openxmlformats.org/drawingml/2006/main">
            <a:pPr>
              <a:defRPr sz="1800" b="0">
                <a:solidFill>
                  <a:srgbClr val="193333"/>
                </a:solidFill>
                <a:latin typeface="Consolas"/>
                <a:ea typeface="Consolas"/>
                <a:cs typeface="Consolas"/>
              </a:defRPr>
            </a:pPr>
            <a:r>
              <a:rPr sz="1800" b="0">
                <a:solidFill>
                  <a:srgbClr val="193333"/>
                </a:solidFill>
                <a:latin typeface="Consolas"/>
                <a:ea typeface="Consolas"/>
                <a:cs typeface="Consolas"/>
              </a:rPr>
              <a:t>    ultimoAviso = aviso;</a:t>
            </a:r>
          </a:p>
          <a:p xmlns:a="http://schemas.openxmlformats.org/drawingml/2006/main">
            <a:pPr>
              <a:defRPr sz="1800" b="0">
                <a:solidFill>
                  <a:srgbClr val="193333"/>
                </a:solidFill>
                <a:latin typeface="Consolas"/>
                <a:ea typeface="Consolas"/>
                <a:cs typeface="Consolas"/>
              </a:defRPr>
            </a:pPr>
            <a:r>
              <a:rPr sz="1800" b="0">
                <a:solidFill>
                  <a:srgbClr val="193333"/>
                </a:solidFill>
                <a:latin typeface="Consolas"/>
                <a:ea typeface="Consolas"/>
                <a:cs typeface="Consolas"/>
              </a:rPr>
              <a:t>    notificar();</a:t>
            </a:r>
          </a:p>
          <a:p xmlns:a="http://schemas.openxmlformats.org/drawingml/2006/main">
            <a:pPr>
              <a:defRPr sz="1800" b="0">
                <a:solidFill>
                  <a:srgbClr val="193333"/>
                </a:solidFill>
                <a:latin typeface="Consolas"/>
                <a:ea typeface="Consolas"/>
                <a:cs typeface="Consolas"/>
              </a:defRPr>
            </a:pPr>
            <a:r>
              <a:rPr sz="1800" b="0">
                <a:solidFill>
                  <a:srgbClr val="193333"/>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AE0E9A60-71CA-46E7-8D10-8D1AC5A7CBA7}"/>
              </a:ext>
            </a:extLst>
          </p:cNvPr>
          <p:cNvSpPr>
            <a:spLocks xmlns:a="http://schemas.openxmlformats.org/drawingml/2006/main" noGrp="1"/>
          </p:cNvSpPr>
          <p:nvPr/>
        </p:nvSpPr>
        <p:spPr>
          <a:xfrm xmlns:a="http://schemas.openxmlformats.org/drawingml/2006/main">
            <a:off x="8181975" y="22860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1">
                <a:solidFill>
                  <a:srgbClr val="193333"/>
                </a:solidFill>
                <a:latin typeface="Segoe UI"/>
                <a:ea typeface="Segoe UI"/>
                <a:cs typeface="Segoe UI"/>
              </a:defRPr>
            </a:pPr>
            <a:r>
              <a:rPr sz="2100" b="1">
                <a:solidFill>
                  <a:srgbClr val="193333"/>
                </a:solidFill>
                <a:latin typeface="Segoe UI"/>
                <a:ea typeface="Segoe UI"/>
                <a:cs typeface="Segoe UI"/>
              </a:rPr>
              <a:t>1  Validar el mensaje</a:t>
            </a:r>
          </a:p>
        </p:txBody>
      </p:sp>
      <p:sp>
        <p:nvSpPr>
          <p:cNvPr id="8" name="">
            <a:extLst xmlns:a="http://schemas.openxmlformats.org/drawingml/2006/main">
              <a:ext uri="{FF2B5EF4-FFF2-40B4-BE49-F238E27FC236}">
                <a16:creationId xmlns:a16="http://schemas.microsoft.com/office/drawing/2014/main" id="{FEB2E07B-B9F5-46E8-9901-BCB70F5D5BE2}"/>
              </a:ext>
            </a:extLst>
          </p:cNvPr>
          <p:cNvSpPr>
            <a:spLocks xmlns:a="http://schemas.openxmlformats.org/drawingml/2006/main" noGrp="1"/>
          </p:cNvSpPr>
          <p:nvPr/>
        </p:nvSpPr>
        <p:spPr>
          <a:xfrm xmlns:a="http://schemas.openxmlformats.org/drawingml/2006/main">
            <a:off x="8181975" y="31718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1">
                <a:solidFill>
                  <a:srgbClr val="193333"/>
                </a:solidFill>
                <a:latin typeface="Segoe UI"/>
                <a:ea typeface="Segoe UI"/>
                <a:cs typeface="Segoe UI"/>
              </a:defRPr>
            </a:pPr>
            <a:r>
              <a:rPr sz="2100" b="1">
                <a:solidFill>
                  <a:srgbClr val="193333"/>
                </a:solidFill>
                <a:latin typeface="Segoe UI"/>
                <a:ea typeface="Segoe UI"/>
                <a:cs typeface="Segoe UI"/>
              </a:rPr>
              <a:t>2  Guardar el estado</a:t>
            </a:r>
          </a:p>
        </p:txBody>
      </p:sp>
      <p:sp>
        <p:nvSpPr>
          <p:cNvPr id="9" name="">
            <a:extLst xmlns:a="http://schemas.openxmlformats.org/drawingml/2006/main">
              <a:ext uri="{FF2B5EF4-FFF2-40B4-BE49-F238E27FC236}">
                <a16:creationId xmlns:a16="http://schemas.microsoft.com/office/drawing/2014/main" id="{B38225D0-B807-4901-86BC-5AA26A4D9158}"/>
              </a:ext>
            </a:extLst>
          </p:cNvPr>
          <p:cNvSpPr>
            <a:spLocks xmlns:a="http://schemas.openxmlformats.org/drawingml/2006/main" noGrp="1"/>
          </p:cNvSpPr>
          <p:nvPr/>
        </p:nvSpPr>
        <p:spPr>
          <a:xfrm xmlns:a="http://schemas.openxmlformats.org/drawingml/2006/main">
            <a:off x="8181975" y="40576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1">
                <a:solidFill>
                  <a:srgbClr val="087F6F"/>
                </a:solidFill>
                <a:latin typeface="Segoe UI"/>
                <a:ea typeface="Segoe UI"/>
                <a:cs typeface="Segoe UI"/>
              </a:defRPr>
            </a:pPr>
            <a:r>
              <a:rPr sz="2100" b="1">
                <a:solidFill>
                  <a:srgbClr val="087F6F"/>
                </a:solidFill>
                <a:latin typeface="Segoe UI"/>
                <a:ea typeface="Segoe UI"/>
                <a:cs typeface="Segoe UI"/>
              </a:rPr>
              <a:t>3  Notificar</a:t>
            </a:r>
          </a:p>
        </p:txBody>
      </p:sp>
      <p:sp>
        <p:nvSpPr>
          <p:cNvPr id="10" name="">
            <a:extLst xmlns:a="http://schemas.openxmlformats.org/drawingml/2006/main">
              <a:ext uri="{FF2B5EF4-FFF2-40B4-BE49-F238E27FC236}">
                <a16:creationId xmlns:a16="http://schemas.microsoft.com/office/drawing/2014/main" id="{9241FF58-256B-4F7C-93D3-7AA7AD2F225C}"/>
              </a:ext>
            </a:extLst>
          </p:cNvPr>
          <p:cNvSpPr>
            <a:spLocks xmlns:a="http://schemas.openxmlformats.org/drawingml/2006/main" noGrp="1"/>
          </p:cNvSpPr>
          <p:nvPr/>
        </p:nvSpPr>
        <p:spPr>
          <a:xfrm xmlns:a="http://schemas.openxmlformats.org/drawingml/2006/main">
            <a:off x="609600" y="57531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536B68"/>
                </a:solidFill>
                <a:latin typeface="Segoe UI"/>
                <a:ea typeface="Segoe UI"/>
                <a:cs typeface="Segoe UI"/>
              </a:defRPr>
            </a:pPr>
            <a:r>
              <a:rPr sz="2100" b="0">
                <a:solidFill>
                  <a:srgbClr val="536B68"/>
                </a:solidFill>
                <a:latin typeface="Segoe UI"/>
                <a:ea typeface="Segoe UI"/>
                <a:cs typeface="Segoe UI"/>
              </a:rPr>
              <a:t>Push: el aviso viaja como argumento de actualizar(String).</a:t>
            </a:r>
          </a:p>
        </p:txBody>
      </p:sp>
    </p:spTree>
    <p:extLst>
      <p:ext uri="{BB962C8B-B14F-4D97-AF65-F5344CB8AC3E}">
        <p14:creationId xmlns:p14="http://schemas.microsoft.com/office/powerpoint/2010/main" val="2044754442"/>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66EDC77-5297-410D-978A-8C37609DA5B2}"/>
              </a:ext>
            </a:extLst>
          </p:cNvPr>
          <p:cNvSpPr>
            <a:spLocks xmlns:a="http://schemas.openxmlformats.org/drawingml/2006/main" noGrp="1"/>
          </p:cNvSpPr>
          <p:nvPr/>
        </p:nvSpPr>
        <p:spPr>
          <a:xfrm xmlns:a="http://schemas.openxmlformats.org/drawingml/2006/main">
            <a:off x="609600" y="4667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1">
                <a:solidFill>
                  <a:srgbClr val="193333"/>
                </a:solidFill>
                <a:latin typeface="Segoe UI"/>
                <a:ea typeface="Segoe UI"/>
                <a:cs typeface="Segoe UI"/>
              </a:defRPr>
            </a:pPr>
            <a:r>
              <a:rPr sz="3600" b="1">
                <a:solidFill>
                  <a:srgbClr val="193333"/>
                </a:solidFill>
                <a:latin typeface="Segoe UI"/>
                <a:ea typeface="Segoe UI"/>
                <a:cs typeface="Segoe UI"/>
              </a:rPr>
              <a:t>Secuencia: el primer aviso</a:t>
            </a:r>
          </a:p>
        </p:txBody>
      </p:sp>
      <p:sp>
        <p:nvSpPr>
          <p:cNvPr id="2" name="">
            <a:extLst xmlns:a="http://schemas.openxmlformats.org/drawingml/2006/main">
              <a:ext uri="{FF2B5EF4-FFF2-40B4-BE49-F238E27FC236}">
                <a16:creationId xmlns:a16="http://schemas.microsoft.com/office/drawing/2014/main" id="{BD58435C-EAD3-4E6A-8AA8-C170354F6E92}"/>
              </a:ext>
            </a:extLst>
          </p:cNvPr>
          <p:cNvSpPr>
            <a:spLocks xmlns:a="http://schemas.openxmlformats.org/drawingml/2006/main" noGrp="1"/>
          </p:cNvSpPr>
          <p:nvPr/>
        </p:nvSpPr>
        <p:spPr>
          <a:xfrm xmlns:a="http://schemas.openxmlformats.org/drawingml/2006/main">
            <a:off x="609600" y="6419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36B68"/>
                </a:solidFill>
                <a:latin typeface="Segoe UI"/>
                <a:ea typeface="Segoe UI"/>
                <a:cs typeface="Segoe UI"/>
              </a:defRPr>
            </a:pPr>
            <a:r>
              <a:rPr sz="1200" b="0">
                <a:solidFill>
                  <a:srgbClr val="536B68"/>
                </a:solidFill>
                <a:latin typeface="Segoe UI"/>
                <a:ea typeface="Segoe UI"/>
                <a:cs typeface="Segoe UI"/>
              </a:rPr>
              <a:t>OBSERVER · AVISOS DE UN CURSO</a:t>
            </a:r>
          </a:p>
        </p:txBody>
      </p:sp>
      <p:sp>
        <p:nvSpPr>
          <p:cNvPr id="3" name="">
            <a:extLst xmlns:a="http://schemas.openxmlformats.org/drawingml/2006/main">
              <a:ext uri="{FF2B5EF4-FFF2-40B4-BE49-F238E27FC236}">
                <a16:creationId xmlns:a16="http://schemas.microsoft.com/office/drawing/2014/main" id="{D42FA531-27E1-4C41-9486-DAC83A6662AA}"/>
              </a:ext>
            </a:extLst>
          </p:cNvPr>
          <p:cNvSpPr>
            <a:spLocks xmlns:a="http://schemas.openxmlformats.org/drawingml/2006/main" noGrp="1"/>
          </p:cNvSpPr>
          <p:nvPr/>
        </p:nvSpPr>
        <p:spPr>
          <a:xfrm xmlns:a="http://schemas.openxmlformats.org/drawingml/2006/main">
            <a:off x="110299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36B68"/>
                </a:solidFill>
                <a:latin typeface="Segoe UI"/>
                <a:ea typeface="Segoe UI"/>
                <a:cs typeface="Segoe UI"/>
              </a:defRPr>
            </a:pPr>
            <a:r>
              <a:rPr sz="1500" b="0">
                <a:solidFill>
                  <a:srgbClr val="536B68"/>
                </a:solidFill>
                <a:latin typeface="Segoe UI"/>
                <a:ea typeface="Segoe UI"/>
                <a:cs typeface="Segoe UI"/>
              </a:rPr>
              <a:t>05</a:t>
            </a:r>
          </a:p>
        </p:txBody>
      </p:sp>
      <p:sp>
        <p:nvSpPr>
          <p:cNvPr id="4" name="">
            <a:extLst xmlns:a="http://schemas.openxmlformats.org/drawingml/2006/main">
              <a:ext uri="{FF2B5EF4-FFF2-40B4-BE49-F238E27FC236}">
                <a16:creationId xmlns:a16="http://schemas.microsoft.com/office/drawing/2014/main" id="{20D2622F-BE58-42CA-A9CC-E2744CC17005}"/>
              </a:ext>
            </a:extLst>
          </p:cNvPr>
          <p:cNvSpPr>
            <a:spLocks xmlns:a="http://schemas.openxmlformats.org/drawingml/2006/main" noGrp="1"/>
          </p:cNvSpPr>
          <p:nvPr/>
        </p:nvSpPr>
        <p:spPr>
          <a:xfrm xmlns:a="http://schemas.openxmlformats.org/drawingml/2006/main">
            <a:off x="333375" y="1657350"/>
            <a:ext cx="1428750" cy="55245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5" name="">
            <a:extLst xmlns:a="http://schemas.openxmlformats.org/drawingml/2006/main">
              <a:ext uri="{FF2B5EF4-FFF2-40B4-BE49-F238E27FC236}">
                <a16:creationId xmlns:a16="http://schemas.microsoft.com/office/drawing/2014/main" id="{E5A40D50-8973-4922-8326-118CB210676E}"/>
              </a:ext>
            </a:extLst>
          </p:cNvPr>
          <p:cNvSpPr>
            <a:spLocks xmlns:a="http://schemas.openxmlformats.org/drawingml/2006/main" noGrp="1"/>
          </p:cNvSpPr>
          <p:nvPr/>
        </p:nvSpPr>
        <p:spPr>
          <a:xfrm xmlns:a="http://schemas.openxmlformats.org/drawingml/2006/main">
            <a:off x="390525" y="1790700"/>
            <a:ext cx="1314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193333"/>
                </a:solidFill>
                <a:latin typeface="Segoe UI"/>
                <a:ea typeface="Segoe UI"/>
                <a:cs typeface="Segoe UI"/>
              </a:defRPr>
            </a:pPr>
            <a:r>
              <a:rPr sz="1725" b="1">
                <a:solidFill>
                  <a:srgbClr val="193333"/>
                </a:solidFill>
                <a:latin typeface="Segoe UI"/>
                <a:ea typeface="Segoe UI"/>
                <a:cs typeface="Segoe UI"/>
              </a:rPr>
              <a:t>Demo</a:t>
            </a:r>
          </a:p>
        </p:txBody>
      </p:sp>
      <p:sp>
        <p:nvSpPr>
          <p:cNvPr id="6" name="">
            <a:extLst xmlns:a="http://schemas.openxmlformats.org/drawingml/2006/main">
              <a:ext uri="{FF2B5EF4-FFF2-40B4-BE49-F238E27FC236}">
                <a16:creationId xmlns:a16="http://schemas.microsoft.com/office/drawing/2014/main" id="{3CC91F38-8F64-4DC2-B502-52A4E8428775}"/>
              </a:ext>
            </a:extLst>
          </p:cNvPr>
          <p:cNvSpPr>
            <a:spLocks xmlns:a="http://schemas.openxmlformats.org/drawingml/2006/main" noGrp="1"/>
          </p:cNvSpPr>
          <p:nvPr/>
        </p:nvSpPr>
        <p:spPr>
          <a:xfrm xmlns:a="http://schemas.openxmlformats.org/drawingml/2006/main">
            <a:off x="1047750" y="2209800"/>
            <a:ext cx="9525" cy="3714750"/>
          </a:xfrm>
          <a:custGeom xmlns:a="http://schemas.openxmlformats.org/drawingml/2006/main">
            <a:pathLst>
              <a:path w="9525" h="3714750">
                <a:moveTo>
                  <a:pt x="0" y="0"/>
                </a:moveTo>
                <a:lnTo>
                  <a:pt x="0" y="3714750"/>
                </a:lnTo>
              </a:path>
            </a:pathLst>
          </a:custGeom>
          <a:noFill xmlns:a="http://schemas.openxmlformats.org/drawingml/2006/main"/>
          <a:ln xmlns:a="http://schemas.openxmlformats.org/drawingml/2006/main" w="19050">
            <a:solidFill>
              <a:srgbClr val="A7B9B1"/>
            </a:solidFill>
            <a:prstDash val="dash"/>
          </a:ln>
        </p:spPr>
      </p:sp>
      <p:sp>
        <p:nvSpPr>
          <p:cNvPr id="7" name="">
            <a:extLst xmlns:a="http://schemas.openxmlformats.org/drawingml/2006/main">
              <a:ext uri="{FF2B5EF4-FFF2-40B4-BE49-F238E27FC236}">
                <a16:creationId xmlns:a16="http://schemas.microsoft.com/office/drawing/2014/main" id="{28836B1E-4953-4682-A54A-6156093C2012}"/>
              </a:ext>
            </a:extLst>
          </p:cNvPr>
          <p:cNvSpPr>
            <a:spLocks xmlns:a="http://schemas.openxmlformats.org/drawingml/2006/main" noGrp="1"/>
          </p:cNvSpPr>
          <p:nvPr/>
        </p:nvSpPr>
        <p:spPr>
          <a:xfrm xmlns:a="http://schemas.openxmlformats.org/drawingml/2006/main">
            <a:off x="3667125" y="1657350"/>
            <a:ext cx="1428750" cy="55245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8" name="">
            <a:extLst xmlns:a="http://schemas.openxmlformats.org/drawingml/2006/main">
              <a:ext uri="{FF2B5EF4-FFF2-40B4-BE49-F238E27FC236}">
                <a16:creationId xmlns:a16="http://schemas.microsoft.com/office/drawing/2014/main" id="{4C2F0AA4-D138-42C3-9877-7EBC02F4AB68}"/>
              </a:ext>
            </a:extLst>
          </p:cNvPr>
          <p:cNvSpPr>
            <a:spLocks xmlns:a="http://schemas.openxmlformats.org/drawingml/2006/main" noGrp="1"/>
          </p:cNvSpPr>
          <p:nvPr/>
        </p:nvSpPr>
        <p:spPr>
          <a:xfrm xmlns:a="http://schemas.openxmlformats.org/drawingml/2006/main">
            <a:off x="3724275" y="1790700"/>
            <a:ext cx="1314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193333"/>
                </a:solidFill>
                <a:latin typeface="Segoe UI"/>
                <a:ea typeface="Segoe UI"/>
                <a:cs typeface="Segoe UI"/>
              </a:defRPr>
            </a:pPr>
            <a:r>
              <a:rPr sz="1725" b="1">
                <a:solidFill>
                  <a:srgbClr val="193333"/>
                </a:solidFill>
                <a:latin typeface="Segoe UI"/>
                <a:ea typeface="Segoe UI"/>
                <a:cs typeface="Segoe UI"/>
              </a:rPr>
              <a:t>curso:Curso</a:t>
            </a:r>
          </a:p>
        </p:txBody>
      </p:sp>
      <p:sp>
        <p:nvSpPr>
          <p:cNvPr id="9" name="">
            <a:extLst xmlns:a="http://schemas.openxmlformats.org/drawingml/2006/main">
              <a:ext uri="{FF2B5EF4-FFF2-40B4-BE49-F238E27FC236}">
                <a16:creationId xmlns:a16="http://schemas.microsoft.com/office/drawing/2014/main" id="{5C3A4AEB-48A9-4780-A010-E2D01B85B67F}"/>
              </a:ext>
            </a:extLst>
          </p:cNvPr>
          <p:cNvSpPr>
            <a:spLocks xmlns:a="http://schemas.openxmlformats.org/drawingml/2006/main" noGrp="1"/>
          </p:cNvSpPr>
          <p:nvPr/>
        </p:nvSpPr>
        <p:spPr>
          <a:xfrm xmlns:a="http://schemas.openxmlformats.org/drawingml/2006/main">
            <a:off x="4381500" y="2209800"/>
            <a:ext cx="9525" cy="3714750"/>
          </a:xfrm>
          <a:custGeom xmlns:a="http://schemas.openxmlformats.org/drawingml/2006/main">
            <a:pathLst>
              <a:path w="9525" h="3714750">
                <a:moveTo>
                  <a:pt x="0" y="0"/>
                </a:moveTo>
                <a:lnTo>
                  <a:pt x="0" y="3714750"/>
                </a:lnTo>
              </a:path>
            </a:pathLst>
          </a:custGeom>
          <a:noFill xmlns:a="http://schemas.openxmlformats.org/drawingml/2006/main"/>
          <a:ln xmlns:a="http://schemas.openxmlformats.org/drawingml/2006/main" w="19050">
            <a:solidFill>
              <a:srgbClr val="A7B9B1"/>
            </a:solidFill>
            <a:prstDash val="dash"/>
          </a:ln>
        </p:spPr>
      </p:sp>
      <p:sp>
        <p:nvSpPr>
          <p:cNvPr id="10" name="">
            <a:extLst xmlns:a="http://schemas.openxmlformats.org/drawingml/2006/main">
              <a:ext uri="{FF2B5EF4-FFF2-40B4-BE49-F238E27FC236}">
                <a16:creationId xmlns:a16="http://schemas.microsoft.com/office/drawing/2014/main" id="{97D4F404-6F66-44A1-BF6A-425DFDCAF30D}"/>
              </a:ext>
            </a:extLst>
          </p:cNvPr>
          <p:cNvSpPr>
            <a:spLocks xmlns:a="http://schemas.openxmlformats.org/drawingml/2006/main" noGrp="1"/>
          </p:cNvSpPr>
          <p:nvPr/>
        </p:nvSpPr>
        <p:spPr>
          <a:xfrm xmlns:a="http://schemas.openxmlformats.org/drawingml/2006/main">
            <a:off x="6810375" y="1657350"/>
            <a:ext cx="1428750" cy="55245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11" name="">
            <a:extLst xmlns:a="http://schemas.openxmlformats.org/drawingml/2006/main">
              <a:ext uri="{FF2B5EF4-FFF2-40B4-BE49-F238E27FC236}">
                <a16:creationId xmlns:a16="http://schemas.microsoft.com/office/drawing/2014/main" id="{FC545224-7CDC-471B-9EAD-418CF6F58F0F}"/>
              </a:ext>
            </a:extLst>
          </p:cNvPr>
          <p:cNvSpPr>
            <a:spLocks xmlns:a="http://schemas.openxmlformats.org/drawingml/2006/main" noGrp="1"/>
          </p:cNvSpPr>
          <p:nvPr/>
        </p:nvSpPr>
        <p:spPr>
          <a:xfrm xmlns:a="http://schemas.openxmlformats.org/drawingml/2006/main">
            <a:off x="6867525" y="1790700"/>
            <a:ext cx="1314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193333"/>
                </a:solidFill>
                <a:latin typeface="Segoe UI"/>
                <a:ea typeface="Segoe UI"/>
                <a:cs typeface="Segoe UI"/>
              </a:defRPr>
            </a:pPr>
            <a:r>
              <a:rPr sz="1725" b="1">
                <a:solidFill>
                  <a:srgbClr val="193333"/>
                </a:solidFill>
                <a:latin typeface="Segoe UI"/>
                <a:ea typeface="Segoe UI"/>
                <a:cs typeface="Segoe UI"/>
              </a:rPr>
              <a:t>ana:Alumno</a:t>
            </a:r>
          </a:p>
        </p:txBody>
      </p:sp>
      <p:sp>
        <p:nvSpPr>
          <p:cNvPr id="12" name="">
            <a:extLst xmlns:a="http://schemas.openxmlformats.org/drawingml/2006/main">
              <a:ext uri="{FF2B5EF4-FFF2-40B4-BE49-F238E27FC236}">
                <a16:creationId xmlns:a16="http://schemas.microsoft.com/office/drawing/2014/main" id="{4C232268-004C-4201-82A1-70AED98458FC}"/>
              </a:ext>
            </a:extLst>
          </p:cNvPr>
          <p:cNvSpPr>
            <a:spLocks xmlns:a="http://schemas.openxmlformats.org/drawingml/2006/main" noGrp="1"/>
          </p:cNvSpPr>
          <p:nvPr/>
        </p:nvSpPr>
        <p:spPr>
          <a:xfrm xmlns:a="http://schemas.openxmlformats.org/drawingml/2006/main">
            <a:off x="7524750" y="2209800"/>
            <a:ext cx="9525" cy="3714750"/>
          </a:xfrm>
          <a:custGeom xmlns:a="http://schemas.openxmlformats.org/drawingml/2006/main">
            <a:pathLst>
              <a:path w="9525" h="3714750">
                <a:moveTo>
                  <a:pt x="0" y="0"/>
                </a:moveTo>
                <a:lnTo>
                  <a:pt x="0" y="3714750"/>
                </a:lnTo>
              </a:path>
            </a:pathLst>
          </a:custGeom>
          <a:noFill xmlns:a="http://schemas.openxmlformats.org/drawingml/2006/main"/>
          <a:ln xmlns:a="http://schemas.openxmlformats.org/drawingml/2006/main" w="19050">
            <a:solidFill>
              <a:srgbClr val="A7B9B1"/>
            </a:solidFill>
            <a:prstDash val="dash"/>
          </a:ln>
        </p:spPr>
      </p:sp>
      <p:sp>
        <p:nvSpPr>
          <p:cNvPr id="13" name="">
            <a:extLst xmlns:a="http://schemas.openxmlformats.org/drawingml/2006/main">
              <a:ext uri="{FF2B5EF4-FFF2-40B4-BE49-F238E27FC236}">
                <a16:creationId xmlns:a16="http://schemas.microsoft.com/office/drawing/2014/main" id="{D3A512B7-A29E-40D7-81D1-6D1920277CF2}"/>
              </a:ext>
            </a:extLst>
          </p:cNvPr>
          <p:cNvSpPr>
            <a:spLocks xmlns:a="http://schemas.openxmlformats.org/drawingml/2006/main" noGrp="1"/>
          </p:cNvSpPr>
          <p:nvPr/>
        </p:nvSpPr>
        <p:spPr>
          <a:xfrm xmlns:a="http://schemas.openxmlformats.org/drawingml/2006/main">
            <a:off x="9858375" y="1657350"/>
            <a:ext cx="1428750" cy="55245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14" name="">
            <a:extLst xmlns:a="http://schemas.openxmlformats.org/drawingml/2006/main">
              <a:ext uri="{FF2B5EF4-FFF2-40B4-BE49-F238E27FC236}">
                <a16:creationId xmlns:a16="http://schemas.microsoft.com/office/drawing/2014/main" id="{7173D21F-E73F-4152-B8AC-8AB1BF040432}"/>
              </a:ext>
            </a:extLst>
          </p:cNvPr>
          <p:cNvSpPr>
            <a:spLocks xmlns:a="http://schemas.openxmlformats.org/drawingml/2006/main" noGrp="1"/>
          </p:cNvSpPr>
          <p:nvPr/>
        </p:nvSpPr>
        <p:spPr>
          <a:xfrm xmlns:a="http://schemas.openxmlformats.org/drawingml/2006/main">
            <a:off x="9915525" y="1790700"/>
            <a:ext cx="1314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193333"/>
                </a:solidFill>
                <a:latin typeface="Segoe UI"/>
                <a:ea typeface="Segoe UI"/>
                <a:cs typeface="Segoe UI"/>
              </a:defRPr>
            </a:pPr>
            <a:r>
              <a:rPr sz="1725" b="1">
                <a:solidFill>
                  <a:srgbClr val="193333"/>
                </a:solidFill>
                <a:latin typeface="Segoe UI"/>
                <a:ea typeface="Segoe UI"/>
                <a:cs typeface="Segoe UI"/>
              </a:rPr>
              <a:t>luis:Alumno</a:t>
            </a:r>
          </a:p>
        </p:txBody>
      </p:sp>
      <p:sp>
        <p:nvSpPr>
          <p:cNvPr id="15" name="">
            <a:extLst xmlns:a="http://schemas.openxmlformats.org/drawingml/2006/main">
              <a:ext uri="{FF2B5EF4-FFF2-40B4-BE49-F238E27FC236}">
                <a16:creationId xmlns:a16="http://schemas.microsoft.com/office/drawing/2014/main" id="{F4173572-62A3-4F60-95B0-79BE79CAC50E}"/>
              </a:ext>
            </a:extLst>
          </p:cNvPr>
          <p:cNvSpPr>
            <a:spLocks xmlns:a="http://schemas.openxmlformats.org/drawingml/2006/main" noGrp="1"/>
          </p:cNvSpPr>
          <p:nvPr/>
        </p:nvSpPr>
        <p:spPr>
          <a:xfrm xmlns:a="http://schemas.openxmlformats.org/drawingml/2006/main">
            <a:off x="10572750" y="2209800"/>
            <a:ext cx="9525" cy="3714750"/>
          </a:xfrm>
          <a:custGeom xmlns:a="http://schemas.openxmlformats.org/drawingml/2006/main">
            <a:pathLst>
              <a:path w="9525" h="3714750">
                <a:moveTo>
                  <a:pt x="0" y="0"/>
                </a:moveTo>
                <a:lnTo>
                  <a:pt x="0" y="3714750"/>
                </a:lnTo>
              </a:path>
            </a:pathLst>
          </a:custGeom>
          <a:noFill xmlns:a="http://schemas.openxmlformats.org/drawingml/2006/main"/>
          <a:ln xmlns:a="http://schemas.openxmlformats.org/drawingml/2006/main" w="19050">
            <a:solidFill>
              <a:srgbClr val="A7B9B1"/>
            </a:solidFill>
            <a:prstDash val="dash"/>
          </a:ln>
        </p:spPr>
      </p:sp>
      <p:sp>
        <p:nvSpPr>
          <p:cNvPr id="16" name="">
            <a:extLst xmlns:a="http://schemas.openxmlformats.org/drawingml/2006/main">
              <a:ext uri="{FF2B5EF4-FFF2-40B4-BE49-F238E27FC236}">
                <a16:creationId xmlns:a16="http://schemas.microsoft.com/office/drawing/2014/main" id="{673FF073-3997-4F26-A882-577F7B415BCF}"/>
              </a:ext>
            </a:extLst>
          </p:cNvPr>
          <p:cNvSpPr>
            <a:spLocks xmlns:a="http://schemas.openxmlformats.org/drawingml/2006/main" noGrp="1"/>
          </p:cNvSpPr>
          <p:nvPr/>
        </p:nvSpPr>
        <p:spPr>
          <a:xfrm xmlns:a="http://schemas.openxmlformats.org/drawingml/2006/main">
            <a:off x="1047750" y="2847975"/>
            <a:ext cx="3333750" cy="9525"/>
          </a:xfrm>
          <a:custGeom xmlns:a="http://schemas.openxmlformats.org/drawingml/2006/main">
            <a:pathLst>
              <a:path w="3333750" h="9525">
                <a:moveTo>
                  <a:pt x="0" y="0"/>
                </a:moveTo>
                <a:lnTo>
                  <a:pt x="3333750" y="0"/>
                </a:lnTo>
              </a:path>
            </a:pathLst>
          </a:custGeom>
          <a:noFill xmlns:a="http://schemas.openxmlformats.org/drawingml/2006/main"/>
          <a:ln xmlns:a="http://schemas.openxmlformats.org/drawingml/2006/main" w="19050">
            <a:solidFill>
              <a:srgbClr val="193333"/>
            </a:solidFill>
            <a:prstDash val="solid"/>
          </a:ln>
        </p:spPr>
      </p:sp>
      <p:sp>
        <p:nvSpPr>
          <p:cNvPr id="17" name="">
            <a:extLst xmlns:a="http://schemas.openxmlformats.org/drawingml/2006/main">
              <a:ext uri="{FF2B5EF4-FFF2-40B4-BE49-F238E27FC236}">
                <a16:creationId xmlns:a16="http://schemas.microsoft.com/office/drawing/2014/main" id="{D1800C46-B0E7-4229-9127-67465475DDF0}"/>
              </a:ext>
            </a:extLst>
          </p:cNvPr>
          <p:cNvSpPr>
            <a:spLocks xmlns:a="http://schemas.openxmlformats.org/drawingml/2006/main" noGrp="1"/>
          </p:cNvSpPr>
          <p:nvPr/>
        </p:nvSpPr>
        <p:spPr>
          <a:xfrm xmlns:a="http://schemas.openxmlformats.org/drawingml/2006/main">
            <a:off x="4276725" y="2781300"/>
            <a:ext cx="104775" cy="133350"/>
          </a:xfrm>
          <a:custGeom xmlns:a="http://schemas.openxmlformats.org/drawingml/2006/main">
            <a:pathLst>
              <a:path w="104775" h="133350">
                <a:moveTo>
                  <a:pt x="0" y="133350"/>
                </a:moveTo>
                <a:lnTo>
                  <a:pt x="104775" y="66675"/>
                </a:lnTo>
                <a:lnTo>
                  <a:pt x="0" y="0"/>
                </a:lnTo>
              </a:path>
            </a:pathLst>
          </a:custGeom>
          <a:noFill xmlns:a="http://schemas.openxmlformats.org/drawingml/2006/main"/>
          <a:ln xmlns:a="http://schemas.openxmlformats.org/drawingml/2006/main" w="19050">
            <a:solidFill>
              <a:srgbClr val="193333"/>
            </a:solidFill>
            <a:prstDash val="solid"/>
          </a:ln>
        </p:spPr>
      </p:sp>
      <p:sp>
        <p:nvSpPr>
          <p:cNvPr id="18" name="">
            <a:extLst xmlns:a="http://schemas.openxmlformats.org/drawingml/2006/main">
              <a:ext uri="{FF2B5EF4-FFF2-40B4-BE49-F238E27FC236}">
                <a16:creationId xmlns:a16="http://schemas.microsoft.com/office/drawing/2014/main" id="{9577FF8D-585C-46BF-A6F7-2F64CCA0D911}"/>
              </a:ext>
            </a:extLst>
          </p:cNvPr>
          <p:cNvSpPr>
            <a:spLocks xmlns:a="http://schemas.openxmlformats.org/drawingml/2006/main" noGrp="1"/>
          </p:cNvSpPr>
          <p:nvPr/>
        </p:nvSpPr>
        <p:spPr>
          <a:xfrm xmlns:a="http://schemas.openxmlformats.org/drawingml/2006/main">
            <a:off x="1181100" y="2486025"/>
            <a:ext cx="3124200" cy="338138"/>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19" name="">
            <a:extLst xmlns:a="http://schemas.openxmlformats.org/drawingml/2006/main">
              <a:ext uri="{FF2B5EF4-FFF2-40B4-BE49-F238E27FC236}">
                <a16:creationId xmlns:a16="http://schemas.microsoft.com/office/drawing/2014/main" id="{4904ECEF-766D-4E21-B939-AB7ECB6179EE}"/>
              </a:ext>
            </a:extLst>
          </p:cNvPr>
          <p:cNvSpPr>
            <a:spLocks xmlns:a="http://schemas.openxmlformats.org/drawingml/2006/main" noGrp="1"/>
          </p:cNvSpPr>
          <p:nvPr/>
        </p:nvSpPr>
        <p:spPr>
          <a:xfrm xmlns:a="http://schemas.openxmlformats.org/drawingml/2006/main">
            <a:off x="1238250" y="2505075"/>
            <a:ext cx="300990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193333"/>
                </a:solidFill>
                <a:latin typeface="Consolas"/>
                <a:ea typeface="Consolas"/>
                <a:cs typeface="Consolas"/>
              </a:defRPr>
            </a:pPr>
            <a:r>
              <a:rPr sz="1650" b="0">
                <a:solidFill>
                  <a:srgbClr val="193333"/>
                </a:solidFill>
                <a:latin typeface="Consolas"/>
                <a:ea typeface="Consolas"/>
                <a:cs typeface="Consolas"/>
              </a:rPr>
              <a:t>publicarAviso(...)</a:t>
            </a:r>
          </a:p>
        </p:txBody>
      </p:sp>
      <p:sp>
        <p:nvSpPr>
          <p:cNvPr id="20" name="">
            <a:extLst xmlns:a="http://schemas.openxmlformats.org/drawingml/2006/main">
              <a:ext uri="{FF2B5EF4-FFF2-40B4-BE49-F238E27FC236}">
                <a16:creationId xmlns:a16="http://schemas.microsoft.com/office/drawing/2014/main" id="{87537593-19E0-49E1-AF14-EE14ADFDEAE1}"/>
              </a:ext>
            </a:extLst>
          </p:cNvPr>
          <p:cNvSpPr>
            <a:spLocks xmlns:a="http://schemas.openxmlformats.org/drawingml/2006/main" noGrp="1"/>
          </p:cNvSpPr>
          <p:nvPr/>
        </p:nvSpPr>
        <p:spPr>
          <a:xfrm xmlns:a="http://schemas.openxmlformats.org/drawingml/2006/main">
            <a:off x="1276350" y="2933700"/>
            <a:ext cx="2876550" cy="338138"/>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21" name="">
            <a:extLst xmlns:a="http://schemas.openxmlformats.org/drawingml/2006/main">
              <a:ext uri="{FF2B5EF4-FFF2-40B4-BE49-F238E27FC236}">
                <a16:creationId xmlns:a16="http://schemas.microsoft.com/office/drawing/2014/main" id="{DECE70F4-6E14-4B9F-BCCD-B5712307C6DD}"/>
              </a:ext>
            </a:extLst>
          </p:cNvPr>
          <p:cNvSpPr>
            <a:spLocks xmlns:a="http://schemas.openxmlformats.org/drawingml/2006/main" noGrp="1"/>
          </p:cNvSpPr>
          <p:nvPr/>
        </p:nvSpPr>
        <p:spPr>
          <a:xfrm xmlns:a="http://schemas.openxmlformats.org/drawingml/2006/main">
            <a:off x="1333500" y="2952750"/>
            <a:ext cx="276225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087F6F"/>
                </a:solidFill>
                <a:latin typeface="Consolas"/>
                <a:ea typeface="Consolas"/>
                <a:cs typeface="Consolas"/>
              </a:defRPr>
            </a:pPr>
            <a:r>
              <a:rPr sz="1650" b="0">
                <a:solidFill>
                  <a:srgbClr val="087F6F"/>
                </a:solidFill>
                <a:latin typeface="Consolas"/>
                <a:ea typeface="Consolas"/>
                <a:cs typeface="Consolas"/>
              </a:rPr>
              <a:t>"TP disponible"</a:t>
            </a:r>
          </a:p>
        </p:txBody>
      </p:sp>
      <p:sp>
        <p:nvSpPr>
          <p:cNvPr id="22" name="">
            <a:extLst xmlns:a="http://schemas.openxmlformats.org/drawingml/2006/main">
              <a:ext uri="{FF2B5EF4-FFF2-40B4-BE49-F238E27FC236}">
                <a16:creationId xmlns:a16="http://schemas.microsoft.com/office/drawing/2014/main" id="{EB5037B3-6CE8-49E4-B424-7552ED70292B}"/>
              </a:ext>
            </a:extLst>
          </p:cNvPr>
          <p:cNvSpPr>
            <a:spLocks xmlns:a="http://schemas.openxmlformats.org/drawingml/2006/main" noGrp="1"/>
          </p:cNvSpPr>
          <p:nvPr/>
        </p:nvSpPr>
        <p:spPr>
          <a:xfrm xmlns:a="http://schemas.openxmlformats.org/drawingml/2006/main">
            <a:off x="4381500" y="3581400"/>
            <a:ext cx="904875" cy="323850"/>
          </a:xfrm>
          <a:custGeom xmlns:a="http://schemas.openxmlformats.org/drawingml/2006/main">
            <a:pathLst>
              <a:path w="904875" h="323850">
                <a:moveTo>
                  <a:pt x="0" y="0"/>
                </a:moveTo>
                <a:lnTo>
                  <a:pt x="904875" y="0"/>
                </a:lnTo>
                <a:lnTo>
                  <a:pt x="904875" y="323850"/>
                </a:lnTo>
                <a:lnTo>
                  <a:pt x="0" y="323850"/>
                </a:lnTo>
              </a:path>
            </a:pathLst>
          </a:custGeom>
          <a:noFill xmlns:a="http://schemas.openxmlformats.org/drawingml/2006/main"/>
          <a:ln xmlns:a="http://schemas.openxmlformats.org/drawingml/2006/main" w="19050">
            <a:solidFill>
              <a:srgbClr val="087F6F"/>
            </a:solidFill>
            <a:prstDash val="solid"/>
          </a:ln>
        </p:spPr>
      </p:sp>
      <p:sp>
        <p:nvSpPr>
          <p:cNvPr id="23" name="">
            <a:extLst xmlns:a="http://schemas.openxmlformats.org/drawingml/2006/main">
              <a:ext uri="{FF2B5EF4-FFF2-40B4-BE49-F238E27FC236}">
                <a16:creationId xmlns:a16="http://schemas.microsoft.com/office/drawing/2014/main" id="{66F1DDC7-08FE-4CF0-B26E-65CDDBC61278}"/>
              </a:ext>
            </a:extLst>
          </p:cNvPr>
          <p:cNvSpPr>
            <a:spLocks xmlns:a="http://schemas.openxmlformats.org/drawingml/2006/main" noGrp="1"/>
          </p:cNvSpPr>
          <p:nvPr/>
        </p:nvSpPr>
        <p:spPr>
          <a:xfrm xmlns:a="http://schemas.openxmlformats.org/drawingml/2006/main">
            <a:off x="4381500" y="3838575"/>
            <a:ext cx="104775" cy="133350"/>
          </a:xfrm>
          <a:custGeom xmlns:a="http://schemas.openxmlformats.org/drawingml/2006/main">
            <a:pathLst>
              <a:path w="104775" h="133350">
                <a:moveTo>
                  <a:pt x="104775" y="0"/>
                </a:moveTo>
                <a:lnTo>
                  <a:pt x="0" y="66675"/>
                </a:lnTo>
                <a:lnTo>
                  <a:pt x="104775" y="133350"/>
                </a:lnTo>
              </a:path>
            </a:pathLst>
          </a:custGeom>
          <a:noFill xmlns:a="http://schemas.openxmlformats.org/drawingml/2006/main"/>
          <a:ln xmlns:a="http://schemas.openxmlformats.org/drawingml/2006/main" w="19050">
            <a:solidFill>
              <a:srgbClr val="087F6F"/>
            </a:solidFill>
            <a:prstDash val="solid"/>
          </a:ln>
        </p:spPr>
      </p:sp>
      <p:sp>
        <p:nvSpPr>
          <p:cNvPr id="24" name="">
            <a:extLst xmlns:a="http://schemas.openxmlformats.org/drawingml/2006/main">
              <a:ext uri="{FF2B5EF4-FFF2-40B4-BE49-F238E27FC236}">
                <a16:creationId xmlns:a16="http://schemas.microsoft.com/office/drawing/2014/main" id="{39CD16FD-4751-4DD2-B9EB-791F36B46A75}"/>
              </a:ext>
            </a:extLst>
          </p:cNvPr>
          <p:cNvSpPr>
            <a:spLocks xmlns:a="http://schemas.openxmlformats.org/drawingml/2006/main" noGrp="1"/>
          </p:cNvSpPr>
          <p:nvPr/>
        </p:nvSpPr>
        <p:spPr>
          <a:xfrm xmlns:a="http://schemas.openxmlformats.org/drawingml/2006/main">
            <a:off x="5467350" y="3476625"/>
            <a:ext cx="1771650" cy="350044"/>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25" name="">
            <a:extLst xmlns:a="http://schemas.openxmlformats.org/drawingml/2006/main">
              <a:ext uri="{FF2B5EF4-FFF2-40B4-BE49-F238E27FC236}">
                <a16:creationId xmlns:a16="http://schemas.microsoft.com/office/drawing/2014/main" id="{7AB4C018-ADB4-4291-88D4-EAF65D308B58}"/>
              </a:ext>
            </a:extLst>
          </p:cNvPr>
          <p:cNvSpPr>
            <a:spLocks xmlns:a="http://schemas.openxmlformats.org/drawingml/2006/main" noGrp="1"/>
          </p:cNvSpPr>
          <p:nvPr/>
        </p:nvSpPr>
        <p:spPr>
          <a:xfrm xmlns:a="http://schemas.openxmlformats.org/drawingml/2006/main">
            <a:off x="5524500" y="3495675"/>
            <a:ext cx="1657350" cy="350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087F6F"/>
                </a:solidFill>
                <a:latin typeface="Consolas"/>
                <a:ea typeface="Consolas"/>
                <a:cs typeface="Consolas"/>
              </a:defRPr>
            </a:pPr>
            <a:r>
              <a:rPr sz="1725" b="0">
                <a:solidFill>
                  <a:srgbClr val="087F6F"/>
                </a:solidFill>
                <a:latin typeface="Consolas"/>
                <a:ea typeface="Consolas"/>
                <a:cs typeface="Consolas"/>
              </a:rPr>
              <a:t>notificar()</a:t>
            </a:r>
          </a:p>
        </p:txBody>
      </p:sp>
      <p:sp>
        <p:nvSpPr>
          <p:cNvPr id="26" name="">
            <a:extLst xmlns:a="http://schemas.openxmlformats.org/drawingml/2006/main">
              <a:ext uri="{FF2B5EF4-FFF2-40B4-BE49-F238E27FC236}">
                <a16:creationId xmlns:a16="http://schemas.microsoft.com/office/drawing/2014/main" id="{7CD13B18-F07C-4CB5-8DB2-52C85ABB89AB}"/>
              </a:ext>
            </a:extLst>
          </p:cNvPr>
          <p:cNvSpPr>
            <a:spLocks xmlns:a="http://schemas.openxmlformats.org/drawingml/2006/main" noGrp="1"/>
          </p:cNvSpPr>
          <p:nvPr/>
        </p:nvSpPr>
        <p:spPr>
          <a:xfrm xmlns:a="http://schemas.openxmlformats.org/drawingml/2006/main">
            <a:off x="4381500" y="4610100"/>
            <a:ext cx="3143250" cy="9525"/>
          </a:xfrm>
          <a:custGeom xmlns:a="http://schemas.openxmlformats.org/drawingml/2006/main">
            <a:pathLst>
              <a:path w="3143250" h="9525">
                <a:moveTo>
                  <a:pt x="0" y="0"/>
                </a:moveTo>
                <a:lnTo>
                  <a:pt x="3143250" y="0"/>
                </a:lnTo>
              </a:path>
            </a:pathLst>
          </a:custGeom>
          <a:noFill xmlns:a="http://schemas.openxmlformats.org/drawingml/2006/main"/>
          <a:ln xmlns:a="http://schemas.openxmlformats.org/drawingml/2006/main" w="19050">
            <a:solidFill>
              <a:srgbClr val="087F6F"/>
            </a:solidFill>
            <a:prstDash val="solid"/>
          </a:ln>
        </p:spPr>
      </p:sp>
      <p:sp>
        <p:nvSpPr>
          <p:cNvPr id="27" name="">
            <a:extLst xmlns:a="http://schemas.openxmlformats.org/drawingml/2006/main">
              <a:ext uri="{FF2B5EF4-FFF2-40B4-BE49-F238E27FC236}">
                <a16:creationId xmlns:a16="http://schemas.microsoft.com/office/drawing/2014/main" id="{DDD348C9-41A4-4586-81DD-743A0E8F5084}"/>
              </a:ext>
            </a:extLst>
          </p:cNvPr>
          <p:cNvSpPr>
            <a:spLocks xmlns:a="http://schemas.openxmlformats.org/drawingml/2006/main" noGrp="1"/>
          </p:cNvSpPr>
          <p:nvPr/>
        </p:nvSpPr>
        <p:spPr>
          <a:xfrm xmlns:a="http://schemas.openxmlformats.org/drawingml/2006/main">
            <a:off x="7419975" y="4543425"/>
            <a:ext cx="104775" cy="133350"/>
          </a:xfrm>
          <a:custGeom xmlns:a="http://schemas.openxmlformats.org/drawingml/2006/main">
            <a:pathLst>
              <a:path w="104775" h="133350">
                <a:moveTo>
                  <a:pt x="0" y="133350"/>
                </a:moveTo>
                <a:lnTo>
                  <a:pt x="104775" y="66675"/>
                </a:lnTo>
                <a:lnTo>
                  <a:pt x="0" y="0"/>
                </a:lnTo>
              </a:path>
            </a:pathLst>
          </a:custGeom>
          <a:noFill xmlns:a="http://schemas.openxmlformats.org/drawingml/2006/main"/>
          <a:ln xmlns:a="http://schemas.openxmlformats.org/drawingml/2006/main" w="19050">
            <a:solidFill>
              <a:srgbClr val="087F6F"/>
            </a:solidFill>
            <a:prstDash val="solid"/>
          </a:ln>
        </p:spPr>
      </p:sp>
      <p:sp>
        <p:nvSpPr>
          <p:cNvPr id="28" name="">
            <a:extLst xmlns:a="http://schemas.openxmlformats.org/drawingml/2006/main">
              <a:ext uri="{FF2B5EF4-FFF2-40B4-BE49-F238E27FC236}">
                <a16:creationId xmlns:a16="http://schemas.microsoft.com/office/drawing/2014/main" id="{CB8A58C9-54F4-42AA-A0D1-2763293C9916}"/>
              </a:ext>
            </a:extLst>
          </p:cNvPr>
          <p:cNvSpPr>
            <a:spLocks xmlns:a="http://schemas.openxmlformats.org/drawingml/2006/main" noGrp="1"/>
          </p:cNvSpPr>
          <p:nvPr/>
        </p:nvSpPr>
        <p:spPr>
          <a:xfrm xmlns:a="http://schemas.openxmlformats.org/drawingml/2006/main">
            <a:off x="4514850" y="4248150"/>
            <a:ext cx="2933700" cy="338138"/>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29" name="">
            <a:extLst xmlns:a="http://schemas.openxmlformats.org/drawingml/2006/main">
              <a:ext uri="{FF2B5EF4-FFF2-40B4-BE49-F238E27FC236}">
                <a16:creationId xmlns:a16="http://schemas.microsoft.com/office/drawing/2014/main" id="{E06EA1C8-BB01-41EA-AD4B-8DE3ABF1D0C0}"/>
              </a:ext>
            </a:extLst>
          </p:cNvPr>
          <p:cNvSpPr>
            <a:spLocks xmlns:a="http://schemas.openxmlformats.org/drawingml/2006/main" noGrp="1"/>
          </p:cNvSpPr>
          <p:nvPr/>
        </p:nvSpPr>
        <p:spPr>
          <a:xfrm xmlns:a="http://schemas.openxmlformats.org/drawingml/2006/main">
            <a:off x="4572000" y="4267200"/>
            <a:ext cx="281940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087F6F"/>
                </a:solidFill>
                <a:latin typeface="Consolas"/>
                <a:ea typeface="Consolas"/>
                <a:cs typeface="Consolas"/>
              </a:defRPr>
            </a:pPr>
            <a:r>
              <a:rPr sz="1650" b="0">
                <a:solidFill>
                  <a:srgbClr val="087F6F"/>
                </a:solidFill>
                <a:latin typeface="Consolas"/>
                <a:ea typeface="Consolas"/>
                <a:cs typeface="Consolas"/>
              </a:rPr>
              <a:t>actualizar(aviso)</a:t>
            </a:r>
          </a:p>
        </p:txBody>
      </p:sp>
      <p:sp>
        <p:nvSpPr>
          <p:cNvPr id="30" name="">
            <a:extLst xmlns:a="http://schemas.openxmlformats.org/drawingml/2006/main">
              <a:ext uri="{FF2B5EF4-FFF2-40B4-BE49-F238E27FC236}">
                <a16:creationId xmlns:a16="http://schemas.microsoft.com/office/drawing/2014/main" id="{DFB8A818-4BC2-429B-BC5D-F37DC770B491}"/>
              </a:ext>
            </a:extLst>
          </p:cNvPr>
          <p:cNvSpPr>
            <a:spLocks xmlns:a="http://schemas.openxmlformats.org/drawingml/2006/main" noGrp="1"/>
          </p:cNvSpPr>
          <p:nvPr/>
        </p:nvSpPr>
        <p:spPr>
          <a:xfrm xmlns:a="http://schemas.openxmlformats.org/drawingml/2006/main">
            <a:off x="4381500" y="5467350"/>
            <a:ext cx="6191250" cy="9525"/>
          </a:xfrm>
          <a:custGeom xmlns:a="http://schemas.openxmlformats.org/drawingml/2006/main">
            <a:pathLst>
              <a:path w="6191250" h="9525">
                <a:moveTo>
                  <a:pt x="0" y="0"/>
                </a:moveTo>
                <a:lnTo>
                  <a:pt x="6191250" y="0"/>
                </a:lnTo>
              </a:path>
            </a:pathLst>
          </a:custGeom>
          <a:noFill xmlns:a="http://schemas.openxmlformats.org/drawingml/2006/main"/>
          <a:ln xmlns:a="http://schemas.openxmlformats.org/drawingml/2006/main" w="19050">
            <a:solidFill>
              <a:srgbClr val="087F6F"/>
            </a:solidFill>
            <a:prstDash val="solid"/>
          </a:ln>
        </p:spPr>
      </p:sp>
      <p:sp>
        <p:nvSpPr>
          <p:cNvPr id="31" name="">
            <a:extLst xmlns:a="http://schemas.openxmlformats.org/drawingml/2006/main">
              <a:ext uri="{FF2B5EF4-FFF2-40B4-BE49-F238E27FC236}">
                <a16:creationId xmlns:a16="http://schemas.microsoft.com/office/drawing/2014/main" id="{D3DCD37F-A2A5-4CB2-8C51-F8C14247960E}"/>
              </a:ext>
            </a:extLst>
          </p:cNvPr>
          <p:cNvSpPr>
            <a:spLocks xmlns:a="http://schemas.openxmlformats.org/drawingml/2006/main" noGrp="1"/>
          </p:cNvSpPr>
          <p:nvPr/>
        </p:nvSpPr>
        <p:spPr>
          <a:xfrm xmlns:a="http://schemas.openxmlformats.org/drawingml/2006/main">
            <a:off x="10467975" y="5400675"/>
            <a:ext cx="104775" cy="133350"/>
          </a:xfrm>
          <a:custGeom xmlns:a="http://schemas.openxmlformats.org/drawingml/2006/main">
            <a:pathLst>
              <a:path w="104775" h="133350">
                <a:moveTo>
                  <a:pt x="0" y="133350"/>
                </a:moveTo>
                <a:lnTo>
                  <a:pt x="104775" y="66675"/>
                </a:lnTo>
                <a:lnTo>
                  <a:pt x="0" y="0"/>
                </a:lnTo>
              </a:path>
            </a:pathLst>
          </a:custGeom>
          <a:noFill xmlns:a="http://schemas.openxmlformats.org/drawingml/2006/main"/>
          <a:ln xmlns:a="http://schemas.openxmlformats.org/drawingml/2006/main" w="19050">
            <a:solidFill>
              <a:srgbClr val="087F6F"/>
            </a:solidFill>
            <a:prstDash val="solid"/>
          </a:ln>
        </p:spPr>
      </p:sp>
      <p:sp>
        <p:nvSpPr>
          <p:cNvPr id="32" name="">
            <a:extLst xmlns:a="http://schemas.openxmlformats.org/drawingml/2006/main">
              <a:ext uri="{FF2B5EF4-FFF2-40B4-BE49-F238E27FC236}">
                <a16:creationId xmlns:a16="http://schemas.microsoft.com/office/drawing/2014/main" id="{47CA6992-6A9A-4EB0-9464-7C6B23562CFE}"/>
              </a:ext>
            </a:extLst>
          </p:cNvPr>
          <p:cNvSpPr>
            <a:spLocks xmlns:a="http://schemas.openxmlformats.org/drawingml/2006/main" noGrp="1"/>
          </p:cNvSpPr>
          <p:nvPr/>
        </p:nvSpPr>
        <p:spPr>
          <a:xfrm xmlns:a="http://schemas.openxmlformats.org/drawingml/2006/main">
            <a:off x="4514850" y="5105400"/>
            <a:ext cx="5981700" cy="338138"/>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33" name="">
            <a:extLst xmlns:a="http://schemas.openxmlformats.org/drawingml/2006/main">
              <a:ext uri="{FF2B5EF4-FFF2-40B4-BE49-F238E27FC236}">
                <a16:creationId xmlns:a16="http://schemas.microsoft.com/office/drawing/2014/main" id="{2BE7C7F7-26EC-4510-BDC7-9F56D1B317CF}"/>
              </a:ext>
            </a:extLst>
          </p:cNvPr>
          <p:cNvSpPr>
            <a:spLocks xmlns:a="http://schemas.openxmlformats.org/drawingml/2006/main" noGrp="1"/>
          </p:cNvSpPr>
          <p:nvPr/>
        </p:nvSpPr>
        <p:spPr>
          <a:xfrm xmlns:a="http://schemas.openxmlformats.org/drawingml/2006/main">
            <a:off x="4572000" y="5124450"/>
            <a:ext cx="586740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087F6F"/>
                </a:solidFill>
                <a:latin typeface="Consolas"/>
                <a:ea typeface="Consolas"/>
                <a:cs typeface="Consolas"/>
              </a:defRPr>
            </a:pPr>
            <a:r>
              <a:rPr sz="1650" b="0">
                <a:solidFill>
                  <a:srgbClr val="087F6F"/>
                </a:solidFill>
                <a:latin typeface="Consolas"/>
                <a:ea typeface="Consolas"/>
                <a:cs typeface="Consolas"/>
              </a:rPr>
              <a:t>actualizar(aviso)</a:t>
            </a:r>
          </a:p>
        </p:txBody>
      </p:sp>
      <p:sp>
        <p:nvSpPr>
          <p:cNvPr id="34" name="">
            <a:extLst xmlns:a="http://schemas.openxmlformats.org/drawingml/2006/main">
              <a:ext uri="{FF2B5EF4-FFF2-40B4-BE49-F238E27FC236}">
                <a16:creationId xmlns:a16="http://schemas.microsoft.com/office/drawing/2014/main" id="{FCBC981C-E51A-4777-A491-1DE49D3EB7FC}"/>
              </a:ext>
            </a:extLst>
          </p:cNvPr>
          <p:cNvSpPr>
            <a:spLocks xmlns:a="http://schemas.openxmlformats.org/drawingml/2006/main" noGrp="1"/>
          </p:cNvSpPr>
          <p:nvPr/>
        </p:nvSpPr>
        <p:spPr>
          <a:xfrm xmlns:a="http://schemas.openxmlformats.org/drawingml/2006/main">
            <a:off x="609600" y="6019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536B68"/>
                </a:solidFill>
                <a:latin typeface="Segoe UI"/>
                <a:ea typeface="Segoe UI"/>
                <a:cs typeface="Segoe UI"/>
              </a:defRPr>
            </a:pPr>
            <a:r>
              <a:rPr sz="1800" b="0">
                <a:solidFill>
                  <a:srgbClr val="536B68"/>
                </a:solidFill>
                <a:latin typeface="Segoe UI"/>
                <a:ea typeface="Segoe UI"/>
                <a:cs typeface="Segoe UI"/>
              </a:rPr>
              <a:t>Suscriptos al inicio: [Ana, Luis] · entrega en ese orden</a:t>
            </a:r>
          </a:p>
        </p:txBody>
      </p:sp>
    </p:spTree>
    <p:extLst>
      <p:ext uri="{BB962C8B-B14F-4D97-AF65-F5344CB8AC3E}">
        <p14:creationId xmlns:p14="http://schemas.microsoft.com/office/powerpoint/2010/main" val="1667421317"/>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3277F2F-647E-4596-89D3-AA053AF09B6B}"/>
              </a:ext>
            </a:extLst>
          </p:cNvPr>
          <p:cNvSpPr>
            <a:spLocks xmlns:a="http://schemas.openxmlformats.org/drawingml/2006/main" noGrp="1"/>
          </p:cNvSpPr>
          <p:nvPr/>
        </p:nvSpPr>
        <p:spPr>
          <a:xfrm xmlns:a="http://schemas.openxmlformats.org/drawingml/2006/main">
            <a:off x="609600" y="4667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1">
                <a:solidFill>
                  <a:srgbClr val="193333"/>
                </a:solidFill>
                <a:latin typeface="Segoe UI"/>
                <a:ea typeface="Segoe UI"/>
                <a:cs typeface="Segoe UI"/>
              </a:defRPr>
            </a:pPr>
            <a:r>
              <a:rPr sz="3600" b="1">
                <a:solidFill>
                  <a:srgbClr val="193333"/>
                </a:solidFill>
                <a:latin typeface="Segoe UI"/>
                <a:ea typeface="Segoe UI"/>
                <a:cs typeface="Segoe UI"/>
              </a:rPr>
              <a:t>Secuencia: después de la baja</a:t>
            </a:r>
          </a:p>
        </p:txBody>
      </p:sp>
      <p:sp>
        <p:nvSpPr>
          <p:cNvPr id="2" name="">
            <a:extLst xmlns:a="http://schemas.openxmlformats.org/drawingml/2006/main">
              <a:ext uri="{FF2B5EF4-FFF2-40B4-BE49-F238E27FC236}">
                <a16:creationId xmlns:a16="http://schemas.microsoft.com/office/drawing/2014/main" id="{19BC0488-4AC6-4E58-898A-A267E638CDC2}"/>
              </a:ext>
            </a:extLst>
          </p:cNvPr>
          <p:cNvSpPr>
            <a:spLocks xmlns:a="http://schemas.openxmlformats.org/drawingml/2006/main" noGrp="1"/>
          </p:cNvSpPr>
          <p:nvPr/>
        </p:nvSpPr>
        <p:spPr>
          <a:xfrm xmlns:a="http://schemas.openxmlformats.org/drawingml/2006/main">
            <a:off x="609600" y="6419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36B68"/>
                </a:solidFill>
                <a:latin typeface="Segoe UI"/>
                <a:ea typeface="Segoe UI"/>
                <a:cs typeface="Segoe UI"/>
              </a:defRPr>
            </a:pPr>
            <a:r>
              <a:rPr sz="1200" b="0">
                <a:solidFill>
                  <a:srgbClr val="536B68"/>
                </a:solidFill>
                <a:latin typeface="Segoe UI"/>
                <a:ea typeface="Segoe UI"/>
                <a:cs typeface="Segoe UI"/>
              </a:rPr>
              <a:t>OBSERVER · AVISOS DE UN CURSO</a:t>
            </a:r>
          </a:p>
        </p:txBody>
      </p:sp>
      <p:sp>
        <p:nvSpPr>
          <p:cNvPr id="3" name="">
            <a:extLst xmlns:a="http://schemas.openxmlformats.org/drawingml/2006/main">
              <a:ext uri="{FF2B5EF4-FFF2-40B4-BE49-F238E27FC236}">
                <a16:creationId xmlns:a16="http://schemas.microsoft.com/office/drawing/2014/main" id="{1693BE2E-E2C0-4090-8DA5-002E739501EA}"/>
              </a:ext>
            </a:extLst>
          </p:cNvPr>
          <p:cNvSpPr>
            <a:spLocks xmlns:a="http://schemas.openxmlformats.org/drawingml/2006/main" noGrp="1"/>
          </p:cNvSpPr>
          <p:nvPr/>
        </p:nvSpPr>
        <p:spPr>
          <a:xfrm xmlns:a="http://schemas.openxmlformats.org/drawingml/2006/main">
            <a:off x="110299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36B68"/>
                </a:solidFill>
                <a:latin typeface="Segoe UI"/>
                <a:ea typeface="Segoe UI"/>
                <a:cs typeface="Segoe UI"/>
              </a:defRPr>
            </a:pPr>
            <a:r>
              <a:rPr sz="1500" b="0">
                <a:solidFill>
                  <a:srgbClr val="536B68"/>
                </a:solidFill>
                <a:latin typeface="Segoe UI"/>
                <a:ea typeface="Segoe UI"/>
                <a:cs typeface="Segoe UI"/>
              </a:rPr>
              <a:t>06</a:t>
            </a:r>
          </a:p>
        </p:txBody>
      </p:sp>
      <p:sp>
        <p:nvSpPr>
          <p:cNvPr id="4" name="">
            <a:extLst xmlns:a="http://schemas.openxmlformats.org/drawingml/2006/main">
              <a:ext uri="{FF2B5EF4-FFF2-40B4-BE49-F238E27FC236}">
                <a16:creationId xmlns:a16="http://schemas.microsoft.com/office/drawing/2014/main" id="{960E8D93-F315-4DF6-AF3B-18785E625FD9}"/>
              </a:ext>
            </a:extLst>
          </p:cNvPr>
          <p:cNvSpPr>
            <a:spLocks xmlns:a="http://schemas.openxmlformats.org/drawingml/2006/main" noGrp="1"/>
          </p:cNvSpPr>
          <p:nvPr/>
        </p:nvSpPr>
        <p:spPr>
          <a:xfrm xmlns:a="http://schemas.openxmlformats.org/drawingml/2006/main">
            <a:off x="333375" y="1657350"/>
            <a:ext cx="1428750" cy="55245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5" name="">
            <a:extLst xmlns:a="http://schemas.openxmlformats.org/drawingml/2006/main">
              <a:ext uri="{FF2B5EF4-FFF2-40B4-BE49-F238E27FC236}">
                <a16:creationId xmlns:a16="http://schemas.microsoft.com/office/drawing/2014/main" id="{482D11FA-2224-4E45-A638-5FB18ECA41CB}"/>
              </a:ext>
            </a:extLst>
          </p:cNvPr>
          <p:cNvSpPr>
            <a:spLocks xmlns:a="http://schemas.openxmlformats.org/drawingml/2006/main" noGrp="1"/>
          </p:cNvSpPr>
          <p:nvPr/>
        </p:nvSpPr>
        <p:spPr>
          <a:xfrm xmlns:a="http://schemas.openxmlformats.org/drawingml/2006/main">
            <a:off x="390525" y="1790700"/>
            <a:ext cx="1314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193333"/>
                </a:solidFill>
                <a:latin typeface="Segoe UI"/>
                <a:ea typeface="Segoe UI"/>
                <a:cs typeface="Segoe UI"/>
              </a:defRPr>
            </a:pPr>
            <a:r>
              <a:rPr sz="1725" b="1">
                <a:solidFill>
                  <a:srgbClr val="193333"/>
                </a:solidFill>
                <a:latin typeface="Segoe UI"/>
                <a:ea typeface="Segoe UI"/>
                <a:cs typeface="Segoe UI"/>
              </a:rPr>
              <a:t>Demo</a:t>
            </a:r>
          </a:p>
        </p:txBody>
      </p:sp>
      <p:sp>
        <p:nvSpPr>
          <p:cNvPr id="6" name="">
            <a:extLst xmlns:a="http://schemas.openxmlformats.org/drawingml/2006/main">
              <a:ext uri="{FF2B5EF4-FFF2-40B4-BE49-F238E27FC236}">
                <a16:creationId xmlns:a16="http://schemas.microsoft.com/office/drawing/2014/main" id="{7C91510C-CF9A-4E5A-BDAA-C33B7311A6FF}"/>
              </a:ext>
            </a:extLst>
          </p:cNvPr>
          <p:cNvSpPr>
            <a:spLocks xmlns:a="http://schemas.openxmlformats.org/drawingml/2006/main" noGrp="1"/>
          </p:cNvSpPr>
          <p:nvPr/>
        </p:nvSpPr>
        <p:spPr>
          <a:xfrm xmlns:a="http://schemas.openxmlformats.org/drawingml/2006/main">
            <a:off x="1047750" y="2209800"/>
            <a:ext cx="9525" cy="3714750"/>
          </a:xfrm>
          <a:custGeom xmlns:a="http://schemas.openxmlformats.org/drawingml/2006/main">
            <a:pathLst>
              <a:path w="9525" h="3714750">
                <a:moveTo>
                  <a:pt x="0" y="0"/>
                </a:moveTo>
                <a:lnTo>
                  <a:pt x="0" y="3714750"/>
                </a:lnTo>
              </a:path>
            </a:pathLst>
          </a:custGeom>
          <a:noFill xmlns:a="http://schemas.openxmlformats.org/drawingml/2006/main"/>
          <a:ln xmlns:a="http://schemas.openxmlformats.org/drawingml/2006/main" w="19050">
            <a:solidFill>
              <a:srgbClr val="A7B9B1"/>
            </a:solidFill>
            <a:prstDash val="dash"/>
          </a:ln>
        </p:spPr>
      </p:sp>
      <p:sp>
        <p:nvSpPr>
          <p:cNvPr id="7" name="">
            <a:extLst xmlns:a="http://schemas.openxmlformats.org/drawingml/2006/main">
              <a:ext uri="{FF2B5EF4-FFF2-40B4-BE49-F238E27FC236}">
                <a16:creationId xmlns:a16="http://schemas.microsoft.com/office/drawing/2014/main" id="{90B1BBC5-36EE-4F2B-B36C-BDB5513FBD39}"/>
              </a:ext>
            </a:extLst>
          </p:cNvPr>
          <p:cNvSpPr>
            <a:spLocks xmlns:a="http://schemas.openxmlformats.org/drawingml/2006/main" noGrp="1"/>
          </p:cNvSpPr>
          <p:nvPr/>
        </p:nvSpPr>
        <p:spPr>
          <a:xfrm xmlns:a="http://schemas.openxmlformats.org/drawingml/2006/main">
            <a:off x="3667125" y="1657350"/>
            <a:ext cx="1428750" cy="55245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8" name="">
            <a:extLst xmlns:a="http://schemas.openxmlformats.org/drawingml/2006/main">
              <a:ext uri="{FF2B5EF4-FFF2-40B4-BE49-F238E27FC236}">
                <a16:creationId xmlns:a16="http://schemas.microsoft.com/office/drawing/2014/main" id="{93BB7B25-2102-48C3-8F65-B9971040CF6D}"/>
              </a:ext>
            </a:extLst>
          </p:cNvPr>
          <p:cNvSpPr>
            <a:spLocks xmlns:a="http://schemas.openxmlformats.org/drawingml/2006/main" noGrp="1"/>
          </p:cNvSpPr>
          <p:nvPr/>
        </p:nvSpPr>
        <p:spPr>
          <a:xfrm xmlns:a="http://schemas.openxmlformats.org/drawingml/2006/main">
            <a:off x="3724275" y="1790700"/>
            <a:ext cx="1314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193333"/>
                </a:solidFill>
                <a:latin typeface="Segoe UI"/>
                <a:ea typeface="Segoe UI"/>
                <a:cs typeface="Segoe UI"/>
              </a:defRPr>
            </a:pPr>
            <a:r>
              <a:rPr sz="1725" b="1">
                <a:solidFill>
                  <a:srgbClr val="193333"/>
                </a:solidFill>
                <a:latin typeface="Segoe UI"/>
                <a:ea typeface="Segoe UI"/>
                <a:cs typeface="Segoe UI"/>
              </a:rPr>
              <a:t>curso:Curso</a:t>
            </a:r>
          </a:p>
        </p:txBody>
      </p:sp>
      <p:sp>
        <p:nvSpPr>
          <p:cNvPr id="9" name="">
            <a:extLst xmlns:a="http://schemas.openxmlformats.org/drawingml/2006/main">
              <a:ext uri="{FF2B5EF4-FFF2-40B4-BE49-F238E27FC236}">
                <a16:creationId xmlns:a16="http://schemas.microsoft.com/office/drawing/2014/main" id="{FD8D15D6-0970-4092-836C-EBCDA7438DFF}"/>
              </a:ext>
            </a:extLst>
          </p:cNvPr>
          <p:cNvSpPr>
            <a:spLocks xmlns:a="http://schemas.openxmlformats.org/drawingml/2006/main" noGrp="1"/>
          </p:cNvSpPr>
          <p:nvPr/>
        </p:nvSpPr>
        <p:spPr>
          <a:xfrm xmlns:a="http://schemas.openxmlformats.org/drawingml/2006/main">
            <a:off x="4381500" y="2209800"/>
            <a:ext cx="9525" cy="3714750"/>
          </a:xfrm>
          <a:custGeom xmlns:a="http://schemas.openxmlformats.org/drawingml/2006/main">
            <a:pathLst>
              <a:path w="9525" h="3714750">
                <a:moveTo>
                  <a:pt x="0" y="0"/>
                </a:moveTo>
                <a:lnTo>
                  <a:pt x="0" y="3714750"/>
                </a:lnTo>
              </a:path>
            </a:pathLst>
          </a:custGeom>
          <a:noFill xmlns:a="http://schemas.openxmlformats.org/drawingml/2006/main"/>
          <a:ln xmlns:a="http://schemas.openxmlformats.org/drawingml/2006/main" w="19050">
            <a:solidFill>
              <a:srgbClr val="A7B9B1"/>
            </a:solidFill>
            <a:prstDash val="dash"/>
          </a:ln>
        </p:spPr>
      </p:sp>
      <p:sp>
        <p:nvSpPr>
          <p:cNvPr id="10" name="">
            <a:extLst xmlns:a="http://schemas.openxmlformats.org/drawingml/2006/main">
              <a:ext uri="{FF2B5EF4-FFF2-40B4-BE49-F238E27FC236}">
                <a16:creationId xmlns:a16="http://schemas.microsoft.com/office/drawing/2014/main" id="{1B94A8EB-A903-49D4-9FCC-D5847D1F4A1C}"/>
              </a:ext>
            </a:extLst>
          </p:cNvPr>
          <p:cNvSpPr>
            <a:spLocks xmlns:a="http://schemas.openxmlformats.org/drawingml/2006/main" noGrp="1"/>
          </p:cNvSpPr>
          <p:nvPr/>
        </p:nvSpPr>
        <p:spPr>
          <a:xfrm xmlns:a="http://schemas.openxmlformats.org/drawingml/2006/main">
            <a:off x="6810375" y="1657350"/>
            <a:ext cx="1428750" cy="55245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11" name="">
            <a:extLst xmlns:a="http://schemas.openxmlformats.org/drawingml/2006/main">
              <a:ext uri="{FF2B5EF4-FFF2-40B4-BE49-F238E27FC236}">
                <a16:creationId xmlns:a16="http://schemas.microsoft.com/office/drawing/2014/main" id="{800B0C90-DF36-4993-849D-41685113C071}"/>
              </a:ext>
            </a:extLst>
          </p:cNvPr>
          <p:cNvSpPr>
            <a:spLocks xmlns:a="http://schemas.openxmlformats.org/drawingml/2006/main" noGrp="1"/>
          </p:cNvSpPr>
          <p:nvPr/>
        </p:nvSpPr>
        <p:spPr>
          <a:xfrm xmlns:a="http://schemas.openxmlformats.org/drawingml/2006/main">
            <a:off x="6867525" y="1790700"/>
            <a:ext cx="1314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193333"/>
                </a:solidFill>
                <a:latin typeface="Segoe UI"/>
                <a:ea typeface="Segoe UI"/>
                <a:cs typeface="Segoe UI"/>
              </a:defRPr>
            </a:pPr>
            <a:r>
              <a:rPr sz="1725" b="1">
                <a:solidFill>
                  <a:srgbClr val="193333"/>
                </a:solidFill>
                <a:latin typeface="Segoe UI"/>
                <a:ea typeface="Segoe UI"/>
                <a:cs typeface="Segoe UI"/>
              </a:rPr>
              <a:t>ana:Alumno</a:t>
            </a:r>
          </a:p>
        </p:txBody>
      </p:sp>
      <p:sp>
        <p:nvSpPr>
          <p:cNvPr id="12" name="">
            <a:extLst xmlns:a="http://schemas.openxmlformats.org/drawingml/2006/main">
              <a:ext uri="{FF2B5EF4-FFF2-40B4-BE49-F238E27FC236}">
                <a16:creationId xmlns:a16="http://schemas.microsoft.com/office/drawing/2014/main" id="{FF1D1573-69B8-4907-BC29-1894E57003C6}"/>
              </a:ext>
            </a:extLst>
          </p:cNvPr>
          <p:cNvSpPr>
            <a:spLocks xmlns:a="http://schemas.openxmlformats.org/drawingml/2006/main" noGrp="1"/>
          </p:cNvSpPr>
          <p:nvPr/>
        </p:nvSpPr>
        <p:spPr>
          <a:xfrm xmlns:a="http://schemas.openxmlformats.org/drawingml/2006/main">
            <a:off x="7524750" y="2209800"/>
            <a:ext cx="9525" cy="3714750"/>
          </a:xfrm>
          <a:custGeom xmlns:a="http://schemas.openxmlformats.org/drawingml/2006/main">
            <a:pathLst>
              <a:path w="9525" h="3714750">
                <a:moveTo>
                  <a:pt x="0" y="0"/>
                </a:moveTo>
                <a:lnTo>
                  <a:pt x="0" y="3714750"/>
                </a:lnTo>
              </a:path>
            </a:pathLst>
          </a:custGeom>
          <a:noFill xmlns:a="http://schemas.openxmlformats.org/drawingml/2006/main"/>
          <a:ln xmlns:a="http://schemas.openxmlformats.org/drawingml/2006/main" w="19050">
            <a:solidFill>
              <a:srgbClr val="A7B9B1"/>
            </a:solidFill>
            <a:prstDash val="dash"/>
          </a:ln>
        </p:spPr>
      </p:sp>
      <p:sp>
        <p:nvSpPr>
          <p:cNvPr id="13" name="">
            <a:extLst xmlns:a="http://schemas.openxmlformats.org/drawingml/2006/main">
              <a:ext uri="{FF2B5EF4-FFF2-40B4-BE49-F238E27FC236}">
                <a16:creationId xmlns:a16="http://schemas.microsoft.com/office/drawing/2014/main" id="{8E2D0CD3-D0A3-42A1-B1F0-334013C20583}"/>
              </a:ext>
            </a:extLst>
          </p:cNvPr>
          <p:cNvSpPr>
            <a:spLocks xmlns:a="http://schemas.openxmlformats.org/drawingml/2006/main" noGrp="1"/>
          </p:cNvSpPr>
          <p:nvPr/>
        </p:nvSpPr>
        <p:spPr>
          <a:xfrm xmlns:a="http://schemas.openxmlformats.org/drawingml/2006/main">
            <a:off x="9858375" y="1657350"/>
            <a:ext cx="1428750" cy="55245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14" name="">
            <a:extLst xmlns:a="http://schemas.openxmlformats.org/drawingml/2006/main">
              <a:ext uri="{FF2B5EF4-FFF2-40B4-BE49-F238E27FC236}">
                <a16:creationId xmlns:a16="http://schemas.microsoft.com/office/drawing/2014/main" id="{1ACA4405-A70D-4F22-80D1-A44B1F1AF38A}"/>
              </a:ext>
            </a:extLst>
          </p:cNvPr>
          <p:cNvSpPr>
            <a:spLocks xmlns:a="http://schemas.openxmlformats.org/drawingml/2006/main" noGrp="1"/>
          </p:cNvSpPr>
          <p:nvPr/>
        </p:nvSpPr>
        <p:spPr>
          <a:xfrm xmlns:a="http://schemas.openxmlformats.org/drawingml/2006/main">
            <a:off x="9915525" y="1790700"/>
            <a:ext cx="1314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193333"/>
                </a:solidFill>
                <a:latin typeface="Segoe UI"/>
                <a:ea typeface="Segoe UI"/>
                <a:cs typeface="Segoe UI"/>
              </a:defRPr>
            </a:pPr>
            <a:r>
              <a:rPr sz="1725" b="1">
                <a:solidFill>
                  <a:srgbClr val="193333"/>
                </a:solidFill>
                <a:latin typeface="Segoe UI"/>
                <a:ea typeface="Segoe UI"/>
                <a:cs typeface="Segoe UI"/>
              </a:rPr>
              <a:t>luis:Alumno</a:t>
            </a:r>
          </a:p>
        </p:txBody>
      </p:sp>
      <p:sp>
        <p:nvSpPr>
          <p:cNvPr id="15" name="">
            <a:extLst xmlns:a="http://schemas.openxmlformats.org/drawingml/2006/main">
              <a:ext uri="{FF2B5EF4-FFF2-40B4-BE49-F238E27FC236}">
                <a16:creationId xmlns:a16="http://schemas.microsoft.com/office/drawing/2014/main" id="{3E8E5F08-93CD-4F7D-B138-6319126BE9DF}"/>
              </a:ext>
            </a:extLst>
          </p:cNvPr>
          <p:cNvSpPr>
            <a:spLocks xmlns:a="http://schemas.openxmlformats.org/drawingml/2006/main" noGrp="1"/>
          </p:cNvSpPr>
          <p:nvPr/>
        </p:nvSpPr>
        <p:spPr>
          <a:xfrm xmlns:a="http://schemas.openxmlformats.org/drawingml/2006/main">
            <a:off x="10572750" y="2209800"/>
            <a:ext cx="9525" cy="3714750"/>
          </a:xfrm>
          <a:custGeom xmlns:a="http://schemas.openxmlformats.org/drawingml/2006/main">
            <a:pathLst>
              <a:path w="9525" h="3714750">
                <a:moveTo>
                  <a:pt x="0" y="0"/>
                </a:moveTo>
                <a:lnTo>
                  <a:pt x="0" y="3714750"/>
                </a:lnTo>
              </a:path>
            </a:pathLst>
          </a:custGeom>
          <a:noFill xmlns:a="http://schemas.openxmlformats.org/drawingml/2006/main"/>
          <a:ln xmlns:a="http://schemas.openxmlformats.org/drawingml/2006/main" w="19050">
            <a:solidFill>
              <a:srgbClr val="A7B9B1"/>
            </a:solidFill>
            <a:prstDash val="dash"/>
          </a:ln>
        </p:spPr>
      </p:sp>
      <p:sp>
        <p:nvSpPr>
          <p:cNvPr id="16" name="">
            <a:extLst xmlns:a="http://schemas.openxmlformats.org/drawingml/2006/main">
              <a:ext uri="{FF2B5EF4-FFF2-40B4-BE49-F238E27FC236}">
                <a16:creationId xmlns:a16="http://schemas.microsoft.com/office/drawing/2014/main" id="{FDD8F87D-FC99-4A95-A331-98E615335983}"/>
              </a:ext>
            </a:extLst>
          </p:cNvPr>
          <p:cNvSpPr>
            <a:spLocks xmlns:a="http://schemas.openxmlformats.org/drawingml/2006/main" noGrp="1"/>
          </p:cNvSpPr>
          <p:nvPr/>
        </p:nvSpPr>
        <p:spPr>
          <a:xfrm xmlns:a="http://schemas.openxmlformats.org/drawingml/2006/main">
            <a:off x="1047750" y="2809875"/>
            <a:ext cx="3333750" cy="9525"/>
          </a:xfrm>
          <a:custGeom xmlns:a="http://schemas.openxmlformats.org/drawingml/2006/main">
            <a:pathLst>
              <a:path w="3333750" h="9525">
                <a:moveTo>
                  <a:pt x="0" y="0"/>
                </a:moveTo>
                <a:lnTo>
                  <a:pt x="3333750" y="0"/>
                </a:lnTo>
              </a:path>
            </a:pathLst>
          </a:custGeom>
          <a:noFill xmlns:a="http://schemas.openxmlformats.org/drawingml/2006/main"/>
          <a:ln xmlns:a="http://schemas.openxmlformats.org/drawingml/2006/main" w="19050">
            <a:solidFill>
              <a:srgbClr val="193333"/>
            </a:solidFill>
            <a:prstDash val="solid"/>
          </a:ln>
        </p:spPr>
      </p:sp>
      <p:sp>
        <p:nvSpPr>
          <p:cNvPr id="17" name="">
            <a:extLst xmlns:a="http://schemas.openxmlformats.org/drawingml/2006/main">
              <a:ext uri="{FF2B5EF4-FFF2-40B4-BE49-F238E27FC236}">
                <a16:creationId xmlns:a16="http://schemas.microsoft.com/office/drawing/2014/main" id="{D593297D-2FF9-4104-8B0B-2034F2BE7D3D}"/>
              </a:ext>
            </a:extLst>
          </p:cNvPr>
          <p:cNvSpPr>
            <a:spLocks xmlns:a="http://schemas.openxmlformats.org/drawingml/2006/main" noGrp="1"/>
          </p:cNvSpPr>
          <p:nvPr/>
        </p:nvSpPr>
        <p:spPr>
          <a:xfrm xmlns:a="http://schemas.openxmlformats.org/drawingml/2006/main">
            <a:off x="4276725" y="2743200"/>
            <a:ext cx="104775" cy="133350"/>
          </a:xfrm>
          <a:custGeom xmlns:a="http://schemas.openxmlformats.org/drawingml/2006/main">
            <a:pathLst>
              <a:path w="104775" h="133350">
                <a:moveTo>
                  <a:pt x="0" y="133350"/>
                </a:moveTo>
                <a:lnTo>
                  <a:pt x="104775" y="66675"/>
                </a:lnTo>
                <a:lnTo>
                  <a:pt x="0" y="0"/>
                </a:lnTo>
              </a:path>
            </a:pathLst>
          </a:custGeom>
          <a:noFill xmlns:a="http://schemas.openxmlformats.org/drawingml/2006/main"/>
          <a:ln xmlns:a="http://schemas.openxmlformats.org/drawingml/2006/main" w="19050">
            <a:solidFill>
              <a:srgbClr val="193333"/>
            </a:solidFill>
            <a:prstDash val="solid"/>
          </a:ln>
        </p:spPr>
      </p:sp>
      <p:sp>
        <p:nvSpPr>
          <p:cNvPr id="18" name="">
            <a:extLst xmlns:a="http://schemas.openxmlformats.org/drawingml/2006/main">
              <a:ext uri="{FF2B5EF4-FFF2-40B4-BE49-F238E27FC236}">
                <a16:creationId xmlns:a16="http://schemas.microsoft.com/office/drawing/2014/main" id="{1C38D2C1-69A5-4D1C-BEF3-A3A05FCB4456}"/>
              </a:ext>
            </a:extLst>
          </p:cNvPr>
          <p:cNvSpPr>
            <a:spLocks xmlns:a="http://schemas.openxmlformats.org/drawingml/2006/main" noGrp="1"/>
          </p:cNvSpPr>
          <p:nvPr/>
        </p:nvSpPr>
        <p:spPr>
          <a:xfrm xmlns:a="http://schemas.openxmlformats.org/drawingml/2006/main">
            <a:off x="1181100" y="2447925"/>
            <a:ext cx="3124200" cy="338138"/>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19" name="">
            <a:extLst xmlns:a="http://schemas.openxmlformats.org/drawingml/2006/main">
              <a:ext uri="{FF2B5EF4-FFF2-40B4-BE49-F238E27FC236}">
                <a16:creationId xmlns:a16="http://schemas.microsoft.com/office/drawing/2014/main" id="{C00ED733-33FE-4B29-803F-F90DD311CAA2}"/>
              </a:ext>
            </a:extLst>
          </p:cNvPr>
          <p:cNvSpPr>
            <a:spLocks xmlns:a="http://schemas.openxmlformats.org/drawingml/2006/main" noGrp="1"/>
          </p:cNvSpPr>
          <p:nvPr/>
        </p:nvSpPr>
        <p:spPr>
          <a:xfrm xmlns:a="http://schemas.openxmlformats.org/drawingml/2006/main">
            <a:off x="1238250" y="2466975"/>
            <a:ext cx="300990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193333"/>
                </a:solidFill>
                <a:latin typeface="Consolas"/>
                <a:ea typeface="Consolas"/>
                <a:cs typeface="Consolas"/>
              </a:defRPr>
            </a:pPr>
            <a:r>
              <a:rPr sz="1650" b="0">
                <a:solidFill>
                  <a:srgbClr val="193333"/>
                </a:solidFill>
                <a:latin typeface="Consolas"/>
                <a:ea typeface="Consolas"/>
                <a:cs typeface="Consolas"/>
              </a:rPr>
              <a:t>desuscribir(luis)</a:t>
            </a:r>
          </a:p>
        </p:txBody>
      </p:sp>
      <p:sp>
        <p:nvSpPr>
          <p:cNvPr id="20" name="">
            <a:extLst xmlns:a="http://schemas.openxmlformats.org/drawingml/2006/main">
              <a:ext uri="{FF2B5EF4-FFF2-40B4-BE49-F238E27FC236}">
                <a16:creationId xmlns:a16="http://schemas.microsoft.com/office/drawing/2014/main" id="{C639F3F5-E5AE-4EB6-B91B-E307BCD18B49}"/>
              </a:ext>
            </a:extLst>
          </p:cNvPr>
          <p:cNvSpPr>
            <a:spLocks xmlns:a="http://schemas.openxmlformats.org/drawingml/2006/main" noGrp="1"/>
          </p:cNvSpPr>
          <p:nvPr/>
        </p:nvSpPr>
        <p:spPr>
          <a:xfrm xmlns:a="http://schemas.openxmlformats.org/drawingml/2006/main">
            <a:off x="1047750" y="3848100"/>
            <a:ext cx="3333750" cy="9525"/>
          </a:xfrm>
          <a:custGeom xmlns:a="http://schemas.openxmlformats.org/drawingml/2006/main">
            <a:pathLst>
              <a:path w="3333750" h="9525">
                <a:moveTo>
                  <a:pt x="0" y="0"/>
                </a:moveTo>
                <a:lnTo>
                  <a:pt x="3333750" y="0"/>
                </a:lnTo>
              </a:path>
            </a:pathLst>
          </a:custGeom>
          <a:noFill xmlns:a="http://schemas.openxmlformats.org/drawingml/2006/main"/>
          <a:ln xmlns:a="http://schemas.openxmlformats.org/drawingml/2006/main" w="19050">
            <a:solidFill>
              <a:srgbClr val="193333"/>
            </a:solidFill>
            <a:prstDash val="solid"/>
          </a:ln>
        </p:spPr>
      </p:sp>
      <p:sp>
        <p:nvSpPr>
          <p:cNvPr id="21" name="">
            <a:extLst xmlns:a="http://schemas.openxmlformats.org/drawingml/2006/main">
              <a:ext uri="{FF2B5EF4-FFF2-40B4-BE49-F238E27FC236}">
                <a16:creationId xmlns:a16="http://schemas.microsoft.com/office/drawing/2014/main" id="{339A6064-8D9B-44F8-8A66-71C6D8F6142D}"/>
              </a:ext>
            </a:extLst>
          </p:cNvPr>
          <p:cNvSpPr>
            <a:spLocks xmlns:a="http://schemas.openxmlformats.org/drawingml/2006/main" noGrp="1"/>
          </p:cNvSpPr>
          <p:nvPr/>
        </p:nvSpPr>
        <p:spPr>
          <a:xfrm xmlns:a="http://schemas.openxmlformats.org/drawingml/2006/main">
            <a:off x="4276725" y="3781425"/>
            <a:ext cx="104775" cy="133350"/>
          </a:xfrm>
          <a:custGeom xmlns:a="http://schemas.openxmlformats.org/drawingml/2006/main">
            <a:pathLst>
              <a:path w="104775" h="133350">
                <a:moveTo>
                  <a:pt x="0" y="133350"/>
                </a:moveTo>
                <a:lnTo>
                  <a:pt x="104775" y="66675"/>
                </a:lnTo>
                <a:lnTo>
                  <a:pt x="0" y="0"/>
                </a:lnTo>
              </a:path>
            </a:pathLst>
          </a:custGeom>
          <a:noFill xmlns:a="http://schemas.openxmlformats.org/drawingml/2006/main"/>
          <a:ln xmlns:a="http://schemas.openxmlformats.org/drawingml/2006/main" w="19050">
            <a:solidFill>
              <a:srgbClr val="193333"/>
            </a:solidFill>
            <a:prstDash val="solid"/>
          </a:ln>
        </p:spPr>
      </p:sp>
      <p:sp>
        <p:nvSpPr>
          <p:cNvPr id="22" name="">
            <a:extLst xmlns:a="http://schemas.openxmlformats.org/drawingml/2006/main">
              <a:ext uri="{FF2B5EF4-FFF2-40B4-BE49-F238E27FC236}">
                <a16:creationId xmlns:a16="http://schemas.microsoft.com/office/drawing/2014/main" id="{589DACEF-F00B-4F56-B2CA-F7B4105C885A}"/>
              </a:ext>
            </a:extLst>
          </p:cNvPr>
          <p:cNvSpPr>
            <a:spLocks xmlns:a="http://schemas.openxmlformats.org/drawingml/2006/main" noGrp="1"/>
          </p:cNvSpPr>
          <p:nvPr/>
        </p:nvSpPr>
        <p:spPr>
          <a:xfrm xmlns:a="http://schemas.openxmlformats.org/drawingml/2006/main">
            <a:off x="1181100" y="3486150"/>
            <a:ext cx="3124200" cy="338138"/>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23" name="">
            <a:extLst xmlns:a="http://schemas.openxmlformats.org/drawingml/2006/main">
              <a:ext uri="{FF2B5EF4-FFF2-40B4-BE49-F238E27FC236}">
                <a16:creationId xmlns:a16="http://schemas.microsoft.com/office/drawing/2014/main" id="{F610D6C1-2772-40EA-82E3-504554689D02}"/>
              </a:ext>
            </a:extLst>
          </p:cNvPr>
          <p:cNvSpPr>
            <a:spLocks xmlns:a="http://schemas.openxmlformats.org/drawingml/2006/main" noGrp="1"/>
          </p:cNvSpPr>
          <p:nvPr/>
        </p:nvSpPr>
        <p:spPr>
          <a:xfrm xmlns:a="http://schemas.openxmlformats.org/drawingml/2006/main">
            <a:off x="1238250" y="3505200"/>
            <a:ext cx="300990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193333"/>
                </a:solidFill>
                <a:latin typeface="Consolas"/>
                <a:ea typeface="Consolas"/>
                <a:cs typeface="Consolas"/>
              </a:defRPr>
            </a:pPr>
            <a:r>
              <a:rPr sz="1650" b="0">
                <a:solidFill>
                  <a:srgbClr val="193333"/>
                </a:solidFill>
                <a:latin typeface="Consolas"/>
                <a:ea typeface="Consolas"/>
                <a:cs typeface="Consolas"/>
              </a:rPr>
              <a:t>publicarAviso(...)</a:t>
            </a:r>
          </a:p>
        </p:txBody>
      </p:sp>
      <p:sp>
        <p:nvSpPr>
          <p:cNvPr id="24" name="">
            <a:extLst xmlns:a="http://schemas.openxmlformats.org/drawingml/2006/main">
              <a:ext uri="{FF2B5EF4-FFF2-40B4-BE49-F238E27FC236}">
                <a16:creationId xmlns:a16="http://schemas.microsoft.com/office/drawing/2014/main" id="{4F010E56-A7EB-43EF-9B59-2DC5E948A7E7}"/>
              </a:ext>
            </a:extLst>
          </p:cNvPr>
          <p:cNvSpPr>
            <a:spLocks xmlns:a="http://schemas.openxmlformats.org/drawingml/2006/main" noGrp="1"/>
          </p:cNvSpPr>
          <p:nvPr/>
        </p:nvSpPr>
        <p:spPr>
          <a:xfrm xmlns:a="http://schemas.openxmlformats.org/drawingml/2006/main">
            <a:off x="1133475" y="3943350"/>
            <a:ext cx="3209925" cy="314325"/>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25" name="">
            <a:extLst xmlns:a="http://schemas.openxmlformats.org/drawingml/2006/main">
              <a:ext uri="{FF2B5EF4-FFF2-40B4-BE49-F238E27FC236}">
                <a16:creationId xmlns:a16="http://schemas.microsoft.com/office/drawing/2014/main" id="{28B00407-583C-4139-BE9A-AA4EA93973AD}"/>
              </a:ext>
            </a:extLst>
          </p:cNvPr>
          <p:cNvSpPr>
            <a:spLocks xmlns:a="http://schemas.openxmlformats.org/drawingml/2006/main" noGrp="1"/>
          </p:cNvSpPr>
          <p:nvPr/>
        </p:nvSpPr>
        <p:spPr>
          <a:xfrm xmlns:a="http://schemas.openxmlformats.org/drawingml/2006/main">
            <a:off x="1190625" y="3962400"/>
            <a:ext cx="3095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087F6F"/>
                </a:solidFill>
                <a:latin typeface="Consolas"/>
                <a:ea typeface="Consolas"/>
                <a:cs typeface="Consolas"/>
              </a:defRPr>
            </a:pPr>
            <a:r>
              <a:rPr sz="1500" b="0">
                <a:solidFill>
                  <a:srgbClr val="087F6F"/>
                </a:solidFill>
                <a:latin typeface="Consolas"/>
                <a:ea typeface="Consolas"/>
                <a:cs typeface="Consolas"/>
              </a:rPr>
              <a:t>"Entrega: martes 06/10"</a:t>
            </a:r>
          </a:p>
        </p:txBody>
      </p:sp>
      <p:sp>
        <p:nvSpPr>
          <p:cNvPr id="26" name="">
            <a:extLst xmlns:a="http://schemas.openxmlformats.org/drawingml/2006/main">
              <a:ext uri="{FF2B5EF4-FFF2-40B4-BE49-F238E27FC236}">
                <a16:creationId xmlns:a16="http://schemas.microsoft.com/office/drawing/2014/main" id="{14F1016B-0E95-4C67-B6E7-09ED5006EB56}"/>
              </a:ext>
            </a:extLst>
          </p:cNvPr>
          <p:cNvSpPr>
            <a:spLocks xmlns:a="http://schemas.openxmlformats.org/drawingml/2006/main" noGrp="1"/>
          </p:cNvSpPr>
          <p:nvPr/>
        </p:nvSpPr>
        <p:spPr>
          <a:xfrm xmlns:a="http://schemas.openxmlformats.org/drawingml/2006/main">
            <a:off x="4381500" y="4572000"/>
            <a:ext cx="904875" cy="276225"/>
          </a:xfrm>
          <a:custGeom xmlns:a="http://schemas.openxmlformats.org/drawingml/2006/main">
            <a:pathLst>
              <a:path w="904875" h="276225">
                <a:moveTo>
                  <a:pt x="0" y="0"/>
                </a:moveTo>
                <a:lnTo>
                  <a:pt x="904875" y="0"/>
                </a:lnTo>
                <a:lnTo>
                  <a:pt x="904875" y="276225"/>
                </a:lnTo>
                <a:lnTo>
                  <a:pt x="0" y="276225"/>
                </a:lnTo>
              </a:path>
            </a:pathLst>
          </a:custGeom>
          <a:noFill xmlns:a="http://schemas.openxmlformats.org/drawingml/2006/main"/>
          <a:ln xmlns:a="http://schemas.openxmlformats.org/drawingml/2006/main" w="19050">
            <a:solidFill>
              <a:srgbClr val="087F6F"/>
            </a:solidFill>
            <a:prstDash val="solid"/>
          </a:ln>
        </p:spPr>
      </p:sp>
      <p:sp>
        <p:nvSpPr>
          <p:cNvPr id="27" name="">
            <a:extLst xmlns:a="http://schemas.openxmlformats.org/drawingml/2006/main">
              <a:ext uri="{FF2B5EF4-FFF2-40B4-BE49-F238E27FC236}">
                <a16:creationId xmlns:a16="http://schemas.microsoft.com/office/drawing/2014/main" id="{865FA5B4-5887-4C1D-B720-1E28DBE46D03}"/>
              </a:ext>
            </a:extLst>
          </p:cNvPr>
          <p:cNvSpPr>
            <a:spLocks xmlns:a="http://schemas.openxmlformats.org/drawingml/2006/main" noGrp="1"/>
          </p:cNvSpPr>
          <p:nvPr/>
        </p:nvSpPr>
        <p:spPr>
          <a:xfrm xmlns:a="http://schemas.openxmlformats.org/drawingml/2006/main">
            <a:off x="4381500" y="4781550"/>
            <a:ext cx="104775" cy="133350"/>
          </a:xfrm>
          <a:custGeom xmlns:a="http://schemas.openxmlformats.org/drawingml/2006/main">
            <a:pathLst>
              <a:path w="104775" h="133350">
                <a:moveTo>
                  <a:pt x="104775" y="0"/>
                </a:moveTo>
                <a:lnTo>
                  <a:pt x="0" y="66675"/>
                </a:lnTo>
                <a:lnTo>
                  <a:pt x="104775" y="133350"/>
                </a:lnTo>
              </a:path>
            </a:pathLst>
          </a:custGeom>
          <a:noFill xmlns:a="http://schemas.openxmlformats.org/drawingml/2006/main"/>
          <a:ln xmlns:a="http://schemas.openxmlformats.org/drawingml/2006/main" w="19050">
            <a:solidFill>
              <a:srgbClr val="087F6F"/>
            </a:solidFill>
            <a:prstDash val="solid"/>
          </a:ln>
        </p:spPr>
      </p:sp>
      <p:sp>
        <p:nvSpPr>
          <p:cNvPr id="28" name="">
            <a:extLst xmlns:a="http://schemas.openxmlformats.org/drawingml/2006/main">
              <a:ext uri="{FF2B5EF4-FFF2-40B4-BE49-F238E27FC236}">
                <a16:creationId xmlns:a16="http://schemas.microsoft.com/office/drawing/2014/main" id="{53365778-D18E-4414-A8C3-832E9A5B1DC7}"/>
              </a:ext>
            </a:extLst>
          </p:cNvPr>
          <p:cNvSpPr>
            <a:spLocks xmlns:a="http://schemas.openxmlformats.org/drawingml/2006/main" noGrp="1"/>
          </p:cNvSpPr>
          <p:nvPr/>
        </p:nvSpPr>
        <p:spPr>
          <a:xfrm xmlns:a="http://schemas.openxmlformats.org/drawingml/2006/main">
            <a:off x="5467350" y="4514850"/>
            <a:ext cx="1771650" cy="350044"/>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29" name="">
            <a:extLst xmlns:a="http://schemas.openxmlformats.org/drawingml/2006/main">
              <a:ext uri="{FF2B5EF4-FFF2-40B4-BE49-F238E27FC236}">
                <a16:creationId xmlns:a16="http://schemas.microsoft.com/office/drawing/2014/main" id="{464000B9-CD4D-495E-847E-74A9A8AE5E8C}"/>
              </a:ext>
            </a:extLst>
          </p:cNvPr>
          <p:cNvSpPr>
            <a:spLocks xmlns:a="http://schemas.openxmlformats.org/drawingml/2006/main" noGrp="1"/>
          </p:cNvSpPr>
          <p:nvPr/>
        </p:nvSpPr>
        <p:spPr>
          <a:xfrm xmlns:a="http://schemas.openxmlformats.org/drawingml/2006/main">
            <a:off x="5524500" y="4533900"/>
            <a:ext cx="1657350" cy="350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087F6F"/>
                </a:solidFill>
                <a:latin typeface="Consolas"/>
                <a:ea typeface="Consolas"/>
                <a:cs typeface="Consolas"/>
              </a:defRPr>
            </a:pPr>
            <a:r>
              <a:rPr sz="1725" b="0">
                <a:solidFill>
                  <a:srgbClr val="087F6F"/>
                </a:solidFill>
                <a:latin typeface="Consolas"/>
                <a:ea typeface="Consolas"/>
                <a:cs typeface="Consolas"/>
              </a:rPr>
              <a:t>notificar()</a:t>
            </a:r>
          </a:p>
        </p:txBody>
      </p:sp>
      <p:sp>
        <p:nvSpPr>
          <p:cNvPr id="30" name="">
            <a:extLst xmlns:a="http://schemas.openxmlformats.org/drawingml/2006/main">
              <a:ext uri="{FF2B5EF4-FFF2-40B4-BE49-F238E27FC236}">
                <a16:creationId xmlns:a16="http://schemas.microsoft.com/office/drawing/2014/main" id="{2D42D3ED-1344-40F7-A926-CE7F3F519A35}"/>
              </a:ext>
            </a:extLst>
          </p:cNvPr>
          <p:cNvSpPr>
            <a:spLocks xmlns:a="http://schemas.openxmlformats.org/drawingml/2006/main" noGrp="1"/>
          </p:cNvSpPr>
          <p:nvPr/>
        </p:nvSpPr>
        <p:spPr>
          <a:xfrm xmlns:a="http://schemas.openxmlformats.org/drawingml/2006/main">
            <a:off x="4381500" y="5562600"/>
            <a:ext cx="3143250" cy="9525"/>
          </a:xfrm>
          <a:custGeom xmlns:a="http://schemas.openxmlformats.org/drawingml/2006/main">
            <a:pathLst>
              <a:path w="3143250" h="9525">
                <a:moveTo>
                  <a:pt x="0" y="0"/>
                </a:moveTo>
                <a:lnTo>
                  <a:pt x="3143250" y="0"/>
                </a:lnTo>
              </a:path>
            </a:pathLst>
          </a:custGeom>
          <a:noFill xmlns:a="http://schemas.openxmlformats.org/drawingml/2006/main"/>
          <a:ln xmlns:a="http://schemas.openxmlformats.org/drawingml/2006/main" w="19050">
            <a:solidFill>
              <a:srgbClr val="087F6F"/>
            </a:solidFill>
            <a:prstDash val="solid"/>
          </a:ln>
        </p:spPr>
      </p:sp>
      <p:sp>
        <p:nvSpPr>
          <p:cNvPr id="31" name="">
            <a:extLst xmlns:a="http://schemas.openxmlformats.org/drawingml/2006/main">
              <a:ext uri="{FF2B5EF4-FFF2-40B4-BE49-F238E27FC236}">
                <a16:creationId xmlns:a16="http://schemas.microsoft.com/office/drawing/2014/main" id="{6E3BF0AC-A350-4115-A8BF-0F3258A828E4}"/>
              </a:ext>
            </a:extLst>
          </p:cNvPr>
          <p:cNvSpPr>
            <a:spLocks xmlns:a="http://schemas.openxmlformats.org/drawingml/2006/main" noGrp="1"/>
          </p:cNvSpPr>
          <p:nvPr/>
        </p:nvSpPr>
        <p:spPr>
          <a:xfrm xmlns:a="http://schemas.openxmlformats.org/drawingml/2006/main">
            <a:off x="7419975" y="5495925"/>
            <a:ext cx="104775" cy="133350"/>
          </a:xfrm>
          <a:custGeom xmlns:a="http://schemas.openxmlformats.org/drawingml/2006/main">
            <a:pathLst>
              <a:path w="104775" h="133350">
                <a:moveTo>
                  <a:pt x="0" y="133350"/>
                </a:moveTo>
                <a:lnTo>
                  <a:pt x="104775" y="66675"/>
                </a:lnTo>
                <a:lnTo>
                  <a:pt x="0" y="0"/>
                </a:lnTo>
              </a:path>
            </a:pathLst>
          </a:custGeom>
          <a:noFill xmlns:a="http://schemas.openxmlformats.org/drawingml/2006/main"/>
          <a:ln xmlns:a="http://schemas.openxmlformats.org/drawingml/2006/main" w="19050">
            <a:solidFill>
              <a:srgbClr val="087F6F"/>
            </a:solidFill>
            <a:prstDash val="solid"/>
          </a:ln>
        </p:spPr>
      </p:sp>
      <p:sp>
        <p:nvSpPr>
          <p:cNvPr id="32" name="">
            <a:extLst xmlns:a="http://schemas.openxmlformats.org/drawingml/2006/main">
              <a:ext uri="{FF2B5EF4-FFF2-40B4-BE49-F238E27FC236}">
                <a16:creationId xmlns:a16="http://schemas.microsoft.com/office/drawing/2014/main" id="{1E47446E-789F-4B51-AAB5-E1F4033CEB52}"/>
              </a:ext>
            </a:extLst>
          </p:cNvPr>
          <p:cNvSpPr>
            <a:spLocks xmlns:a="http://schemas.openxmlformats.org/drawingml/2006/main" noGrp="1"/>
          </p:cNvSpPr>
          <p:nvPr/>
        </p:nvSpPr>
        <p:spPr>
          <a:xfrm xmlns:a="http://schemas.openxmlformats.org/drawingml/2006/main">
            <a:off x="4514850" y="5200650"/>
            <a:ext cx="2933700" cy="338138"/>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33" name="">
            <a:extLst xmlns:a="http://schemas.openxmlformats.org/drawingml/2006/main">
              <a:ext uri="{FF2B5EF4-FFF2-40B4-BE49-F238E27FC236}">
                <a16:creationId xmlns:a16="http://schemas.microsoft.com/office/drawing/2014/main" id="{4AB01D68-64BF-4A11-8790-5D16E04BA17F}"/>
              </a:ext>
            </a:extLst>
          </p:cNvPr>
          <p:cNvSpPr>
            <a:spLocks xmlns:a="http://schemas.openxmlformats.org/drawingml/2006/main" noGrp="1"/>
          </p:cNvSpPr>
          <p:nvPr/>
        </p:nvSpPr>
        <p:spPr>
          <a:xfrm xmlns:a="http://schemas.openxmlformats.org/drawingml/2006/main">
            <a:off x="4572000" y="5219700"/>
            <a:ext cx="281940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087F6F"/>
                </a:solidFill>
                <a:latin typeface="Consolas"/>
                <a:ea typeface="Consolas"/>
                <a:cs typeface="Consolas"/>
              </a:defRPr>
            </a:pPr>
            <a:r>
              <a:rPr sz="1650" b="0">
                <a:solidFill>
                  <a:srgbClr val="087F6F"/>
                </a:solidFill>
                <a:latin typeface="Consolas"/>
                <a:ea typeface="Consolas"/>
                <a:cs typeface="Consolas"/>
              </a:rPr>
              <a:t>actualizar(aviso)</a:t>
            </a:r>
          </a:p>
        </p:txBody>
      </p:sp>
      <p:sp>
        <p:nvSpPr>
          <p:cNvPr id="34" name="">
            <a:extLst xmlns:a="http://schemas.openxmlformats.org/drawingml/2006/main">
              <a:ext uri="{FF2B5EF4-FFF2-40B4-BE49-F238E27FC236}">
                <a16:creationId xmlns:a16="http://schemas.microsoft.com/office/drawing/2014/main" id="{625E7383-BA2D-47D4-8FBD-9A643D004B34}"/>
              </a:ext>
            </a:extLst>
          </p:cNvPr>
          <p:cNvSpPr>
            <a:spLocks xmlns:a="http://schemas.openxmlformats.org/drawingml/2006/main" noGrp="1"/>
          </p:cNvSpPr>
          <p:nvPr/>
        </p:nvSpPr>
        <p:spPr>
          <a:xfrm xmlns:a="http://schemas.openxmlformats.org/drawingml/2006/main">
            <a:off x="8934450" y="5067300"/>
            <a:ext cx="26289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536B68"/>
                </a:solidFill>
                <a:latin typeface="Segoe UI"/>
                <a:ea typeface="Segoe UI"/>
                <a:cs typeface="Segoe UI"/>
              </a:defRPr>
            </a:pPr>
            <a:r>
              <a:rPr sz="1800" b="0">
                <a:solidFill>
                  <a:srgbClr val="536B68"/>
                </a:solidFill>
                <a:latin typeface="Segoe UI"/>
                <a:ea typeface="Segoe UI"/>
                <a:cs typeface="Segoe UI"/>
              </a:rPr>
              <a:t>Luis conserva</a:t>
            </a:r>
          </a:p>
          <a:p xmlns:a="http://schemas.openxmlformats.org/drawingml/2006/main">
            <a:pPr>
              <a:defRPr sz="1800" b="0">
                <a:solidFill>
                  <a:srgbClr val="536B68"/>
                </a:solidFill>
                <a:latin typeface="Segoe UI"/>
                <a:ea typeface="Segoe UI"/>
                <a:cs typeface="Segoe UI"/>
              </a:defRPr>
            </a:pPr>
            <a:r>
              <a:rPr sz="1800" b="0">
                <a:solidFill>
                  <a:srgbClr val="536B68"/>
                </a:solidFill>
                <a:latin typeface="Segoe UI"/>
                <a:ea typeface="Segoe UI"/>
                <a:cs typeface="Segoe UI"/>
              </a:rPr>
              <a:t>"TP disponible"</a:t>
            </a:r>
          </a:p>
        </p:txBody>
      </p:sp>
      <p:sp>
        <p:nvSpPr>
          <p:cNvPr id="35" name="">
            <a:extLst xmlns:a="http://schemas.openxmlformats.org/drawingml/2006/main">
              <a:ext uri="{FF2B5EF4-FFF2-40B4-BE49-F238E27FC236}">
                <a16:creationId xmlns:a16="http://schemas.microsoft.com/office/drawing/2014/main" id="{496AECAC-261B-4C54-B08E-B6F5CE221CD9}"/>
              </a:ext>
            </a:extLst>
          </p:cNvPr>
          <p:cNvSpPr>
            <a:spLocks xmlns:a="http://schemas.openxmlformats.org/drawingml/2006/main" noGrp="1"/>
          </p:cNvSpPr>
          <p:nvPr/>
        </p:nvSpPr>
        <p:spPr>
          <a:xfrm xmlns:a="http://schemas.openxmlformats.org/drawingml/2006/main">
            <a:off x="609600" y="6019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536B68"/>
                </a:solidFill>
                <a:latin typeface="Segoe UI"/>
                <a:ea typeface="Segoe UI"/>
                <a:cs typeface="Segoe UI"/>
              </a:defRPr>
            </a:pPr>
            <a:r>
              <a:rPr sz="1800" b="0">
                <a:solidFill>
                  <a:srgbClr val="536B68"/>
                </a:solidFill>
                <a:latin typeface="Segoe UI"/>
                <a:ea typeface="Segoe UI"/>
                <a:cs typeface="Segoe UI"/>
              </a:rPr>
              <a:t>Suscriptos después de la baja: [Ana]</a:t>
            </a:r>
          </a:p>
        </p:txBody>
      </p:sp>
    </p:spTree>
    <p:extLst>
      <p:ext uri="{BB962C8B-B14F-4D97-AF65-F5344CB8AC3E}">
        <p14:creationId xmlns:p14="http://schemas.microsoft.com/office/powerpoint/2010/main" val="955355972"/>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5AAFC78-62D6-4E94-94FA-2E58906F1D0A}"/>
              </a:ext>
            </a:extLst>
          </p:cNvPr>
          <p:cNvSpPr>
            <a:spLocks xmlns:a="http://schemas.openxmlformats.org/drawingml/2006/main" noGrp="1"/>
          </p:cNvSpPr>
          <p:nvPr/>
        </p:nvSpPr>
        <p:spPr>
          <a:xfrm xmlns:a="http://schemas.openxmlformats.org/drawingml/2006/main">
            <a:off x="609600" y="4667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1">
                <a:solidFill>
                  <a:srgbClr val="193333"/>
                </a:solidFill>
                <a:latin typeface="Segoe UI"/>
                <a:ea typeface="Segoe UI"/>
                <a:cs typeface="Segoe UI"/>
              </a:defRPr>
            </a:pPr>
            <a:r>
              <a:rPr sz="3600" b="1">
                <a:solidFill>
                  <a:srgbClr val="193333"/>
                </a:solidFill>
                <a:latin typeface="Segoe UI"/>
                <a:ea typeface="Segoe UI"/>
                <a:cs typeface="Segoe UI"/>
              </a:rPr>
              <a:t>Recorrido paso a paso</a:t>
            </a:r>
          </a:p>
        </p:txBody>
      </p:sp>
      <p:sp>
        <p:nvSpPr>
          <p:cNvPr id="2" name="">
            <a:extLst xmlns:a="http://schemas.openxmlformats.org/drawingml/2006/main">
              <a:ext uri="{FF2B5EF4-FFF2-40B4-BE49-F238E27FC236}">
                <a16:creationId xmlns:a16="http://schemas.microsoft.com/office/drawing/2014/main" id="{E2D4E2A9-FD8B-4911-8E91-DCBAD3709CDF}"/>
              </a:ext>
            </a:extLst>
          </p:cNvPr>
          <p:cNvSpPr>
            <a:spLocks xmlns:a="http://schemas.openxmlformats.org/drawingml/2006/main" noGrp="1"/>
          </p:cNvSpPr>
          <p:nvPr/>
        </p:nvSpPr>
        <p:spPr>
          <a:xfrm xmlns:a="http://schemas.openxmlformats.org/drawingml/2006/main">
            <a:off x="609600" y="6419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36B68"/>
                </a:solidFill>
                <a:latin typeface="Segoe UI"/>
                <a:ea typeface="Segoe UI"/>
                <a:cs typeface="Segoe UI"/>
              </a:defRPr>
            </a:pPr>
            <a:r>
              <a:rPr sz="1200" b="0">
                <a:solidFill>
                  <a:srgbClr val="536B68"/>
                </a:solidFill>
                <a:latin typeface="Segoe UI"/>
                <a:ea typeface="Segoe UI"/>
                <a:cs typeface="Segoe UI"/>
              </a:rPr>
              <a:t>OBSERVER · AVISOS DE UN CURSO</a:t>
            </a:r>
          </a:p>
        </p:txBody>
      </p:sp>
      <p:sp>
        <p:nvSpPr>
          <p:cNvPr id="3" name="">
            <a:extLst xmlns:a="http://schemas.openxmlformats.org/drawingml/2006/main">
              <a:ext uri="{FF2B5EF4-FFF2-40B4-BE49-F238E27FC236}">
                <a16:creationId xmlns:a16="http://schemas.microsoft.com/office/drawing/2014/main" id="{973B079B-BAAE-4F9A-B618-8F3932D77900}"/>
              </a:ext>
            </a:extLst>
          </p:cNvPr>
          <p:cNvSpPr>
            <a:spLocks xmlns:a="http://schemas.openxmlformats.org/drawingml/2006/main" noGrp="1"/>
          </p:cNvSpPr>
          <p:nvPr/>
        </p:nvSpPr>
        <p:spPr>
          <a:xfrm xmlns:a="http://schemas.openxmlformats.org/drawingml/2006/main">
            <a:off x="110299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36B68"/>
                </a:solidFill>
                <a:latin typeface="Segoe UI"/>
                <a:ea typeface="Segoe UI"/>
                <a:cs typeface="Segoe UI"/>
              </a:defRPr>
            </a:pPr>
            <a:r>
              <a:rPr sz="1500" b="0">
                <a:solidFill>
                  <a:srgbClr val="536B68"/>
                </a:solidFill>
                <a:latin typeface="Segoe UI"/>
                <a:ea typeface="Segoe UI"/>
                <a:cs typeface="Segoe UI"/>
              </a:rPr>
              <a:t>07</a:t>
            </a:r>
          </a:p>
        </p:txBody>
      </p:sp>
      <p:sp>
        <p:nvSpPr>
          <p:cNvPr id="4" name="">
            <a:extLst xmlns:a="http://schemas.openxmlformats.org/drawingml/2006/main">
              <a:ext uri="{FF2B5EF4-FFF2-40B4-BE49-F238E27FC236}">
                <a16:creationId xmlns:a16="http://schemas.microsoft.com/office/drawing/2014/main" id="{54ED7D72-F95A-4D8C-BF0B-9CBAF4660333}"/>
              </a:ext>
            </a:extLst>
          </p:cNvPr>
          <p:cNvSpPr>
            <a:spLocks xmlns:a="http://schemas.openxmlformats.org/drawingml/2006/main" noGrp="1"/>
          </p:cNvSpPr>
          <p:nvPr/>
        </p:nvSpPr>
        <p:spPr>
          <a:xfrm xmlns:a="http://schemas.openxmlformats.org/drawingml/2006/main">
            <a:off x="609600" y="14573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087F6F"/>
                </a:solidFill>
                <a:latin typeface="Segoe UI"/>
                <a:ea typeface="Segoe UI"/>
                <a:cs typeface="Segoe UI"/>
              </a:defRPr>
            </a:pPr>
            <a:r>
              <a:rPr sz="2100" b="0">
                <a:solidFill>
                  <a:srgbClr val="087F6F"/>
                </a:solidFill>
                <a:latin typeface="Segoe UI"/>
                <a:ea typeface="Segoe UI"/>
                <a:cs typeface="Segoe UI"/>
              </a:rPr>
              <a:t>Estado final de Demo.java</a:t>
            </a:r>
          </a:p>
        </p:txBody>
      </p:sp>
      <p:sp>
        <p:nvSpPr>
          <p:cNvPr id="5" name="">
            <a:extLst xmlns:a="http://schemas.openxmlformats.org/drawingml/2006/main">
              <a:ext uri="{FF2B5EF4-FFF2-40B4-BE49-F238E27FC236}">
                <a16:creationId xmlns:a16="http://schemas.microsoft.com/office/drawing/2014/main" id="{29A9CD9F-3955-4CAF-8D9E-347B5CA89C4B}"/>
              </a:ext>
            </a:extLst>
          </p:cNvPr>
          <p:cNvSpPr>
            <a:spLocks xmlns:a="http://schemas.openxmlformats.org/drawingml/2006/main" noGrp="1"/>
          </p:cNvSpPr>
          <p:nvPr/>
        </p:nvSpPr>
        <p:spPr>
          <a:xfrm xmlns:a="http://schemas.openxmlformats.org/drawingml/2006/main">
            <a:off x="666750" y="2238375"/>
            <a:ext cx="3571875" cy="1476375"/>
          </a:xfrm>
          <a:prstGeom xmlns:a="http://schemas.openxmlformats.org/drawingml/2006/main" prst="rect">
            <a:avLst/>
          </a:prstGeom>
          <a:solidFill xmlns:a="http://schemas.openxmlformats.org/drawingml/2006/main">
            <a:srgbClr val="E0EEE7"/>
          </a:solidFill>
          <a:ln xmlns:a="http://schemas.openxmlformats.org/drawingml/2006/main" w="14288">
            <a:solidFill>
              <a:srgbClr val="087F6F"/>
            </a:solidFill>
          </a:ln>
        </p:spPr>
      </p:sp>
      <p:sp>
        <p:nvSpPr>
          <p:cNvPr id="6" name="">
            <a:extLst xmlns:a="http://schemas.openxmlformats.org/drawingml/2006/main">
              <a:ext uri="{FF2B5EF4-FFF2-40B4-BE49-F238E27FC236}">
                <a16:creationId xmlns:a16="http://schemas.microsoft.com/office/drawing/2014/main" id="{7944A03C-338C-4BDB-950E-F6D5A9AEAF7E}"/>
              </a:ext>
            </a:extLst>
          </p:cNvPr>
          <p:cNvSpPr>
            <a:spLocks xmlns:a="http://schemas.openxmlformats.org/drawingml/2006/main" noGrp="1"/>
          </p:cNvSpPr>
          <p:nvPr/>
        </p:nvSpPr>
        <p:spPr>
          <a:xfrm xmlns:a="http://schemas.openxmlformats.org/drawingml/2006/main">
            <a:off x="876300" y="2419350"/>
            <a:ext cx="3152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087F6F"/>
                </a:solidFill>
                <a:latin typeface="Segoe UI"/>
                <a:ea typeface="Segoe UI"/>
                <a:cs typeface="Segoe UI"/>
              </a:defRPr>
            </a:pPr>
            <a:r>
              <a:rPr sz="2325" b="1">
                <a:solidFill>
                  <a:srgbClr val="087F6F"/>
                </a:solidFill>
                <a:latin typeface="Segoe UI"/>
                <a:ea typeface="Segoe UI"/>
                <a:cs typeface="Segoe UI"/>
              </a:rPr>
              <a:t>Curso</a:t>
            </a:r>
          </a:p>
        </p:txBody>
      </p:sp>
      <p:sp>
        <p:nvSpPr>
          <p:cNvPr id="7" name="">
            <a:extLst xmlns:a="http://schemas.openxmlformats.org/drawingml/2006/main">
              <a:ext uri="{FF2B5EF4-FFF2-40B4-BE49-F238E27FC236}">
                <a16:creationId xmlns:a16="http://schemas.microsoft.com/office/drawing/2014/main" id="{C928B5CD-D2FD-46FF-AB96-8F9A5E31CE38}"/>
              </a:ext>
            </a:extLst>
          </p:cNvPr>
          <p:cNvSpPr>
            <a:spLocks xmlns:a="http://schemas.openxmlformats.org/drawingml/2006/main" noGrp="1"/>
          </p:cNvSpPr>
          <p:nvPr/>
        </p:nvSpPr>
        <p:spPr>
          <a:xfrm xmlns:a="http://schemas.openxmlformats.org/drawingml/2006/main">
            <a:off x="876300" y="2886075"/>
            <a:ext cx="3152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36B68"/>
                </a:solidFill>
                <a:latin typeface="Segoe UI"/>
                <a:ea typeface="Segoe UI"/>
                <a:cs typeface="Segoe UI"/>
              </a:defRPr>
            </a:pPr>
            <a:r>
              <a:rPr sz="1650" b="0">
                <a:solidFill>
                  <a:srgbClr val="536B68"/>
                </a:solidFill>
                <a:latin typeface="Segoe UI"/>
                <a:ea typeface="Segoe UI"/>
                <a:cs typeface="Segoe UI"/>
              </a:rPr>
              <a:t>Suscriptos: [Ana]</a:t>
            </a:r>
          </a:p>
        </p:txBody>
      </p:sp>
      <p:sp>
        <p:nvSpPr>
          <p:cNvPr id="8" name="">
            <a:extLst xmlns:a="http://schemas.openxmlformats.org/drawingml/2006/main">
              <a:ext uri="{FF2B5EF4-FFF2-40B4-BE49-F238E27FC236}">
                <a16:creationId xmlns:a16="http://schemas.microsoft.com/office/drawing/2014/main" id="{23018B68-F016-45A1-A3AA-2098CA80BA1D}"/>
              </a:ext>
            </a:extLst>
          </p:cNvPr>
          <p:cNvSpPr>
            <a:spLocks xmlns:a="http://schemas.openxmlformats.org/drawingml/2006/main" noGrp="1"/>
          </p:cNvSpPr>
          <p:nvPr/>
        </p:nvSpPr>
        <p:spPr>
          <a:xfrm xmlns:a="http://schemas.openxmlformats.org/drawingml/2006/main">
            <a:off x="7896225" y="1933575"/>
            <a:ext cx="3619500" cy="1524000"/>
          </a:xfrm>
          <a:prstGeom xmlns:a="http://schemas.openxmlformats.org/drawingml/2006/main" prst="rect">
            <a:avLst/>
          </a:prstGeom>
          <a:solidFill xmlns:a="http://schemas.openxmlformats.org/drawingml/2006/main">
            <a:srgbClr val="E0EEE7"/>
          </a:solidFill>
          <a:ln xmlns:a="http://schemas.openxmlformats.org/drawingml/2006/main" w="14288">
            <a:solidFill>
              <a:srgbClr val="087F6F"/>
            </a:solidFill>
          </a:ln>
        </p:spPr>
      </p:sp>
      <p:sp>
        <p:nvSpPr>
          <p:cNvPr id="9" name="">
            <a:extLst xmlns:a="http://schemas.openxmlformats.org/drawingml/2006/main">
              <a:ext uri="{FF2B5EF4-FFF2-40B4-BE49-F238E27FC236}">
                <a16:creationId xmlns:a16="http://schemas.microsoft.com/office/drawing/2014/main" id="{7F33E5D0-AB10-47B5-BA9F-46A5ECEA833F}"/>
              </a:ext>
            </a:extLst>
          </p:cNvPr>
          <p:cNvSpPr>
            <a:spLocks xmlns:a="http://schemas.openxmlformats.org/drawingml/2006/main" noGrp="1"/>
          </p:cNvSpPr>
          <p:nvPr/>
        </p:nvSpPr>
        <p:spPr>
          <a:xfrm xmlns:a="http://schemas.openxmlformats.org/drawingml/2006/main">
            <a:off x="8105775" y="2114550"/>
            <a:ext cx="320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087F6F"/>
                </a:solidFill>
                <a:latin typeface="Segoe UI"/>
                <a:ea typeface="Segoe UI"/>
                <a:cs typeface="Segoe UI"/>
              </a:defRPr>
            </a:pPr>
            <a:r>
              <a:rPr sz="2325" b="1">
                <a:solidFill>
                  <a:srgbClr val="087F6F"/>
                </a:solidFill>
                <a:latin typeface="Segoe UI"/>
                <a:ea typeface="Segoe UI"/>
                <a:cs typeface="Segoe UI"/>
              </a:rPr>
              <a:t>Ana</a:t>
            </a:r>
          </a:p>
        </p:txBody>
      </p:sp>
      <p:sp>
        <p:nvSpPr>
          <p:cNvPr id="10" name="">
            <a:extLst xmlns:a="http://schemas.openxmlformats.org/drawingml/2006/main">
              <a:ext uri="{FF2B5EF4-FFF2-40B4-BE49-F238E27FC236}">
                <a16:creationId xmlns:a16="http://schemas.microsoft.com/office/drawing/2014/main" id="{F44CA789-100B-41AB-BA22-65A112A7A967}"/>
              </a:ext>
            </a:extLst>
          </p:cNvPr>
          <p:cNvSpPr>
            <a:spLocks xmlns:a="http://schemas.openxmlformats.org/drawingml/2006/main" noGrp="1"/>
          </p:cNvSpPr>
          <p:nvPr/>
        </p:nvSpPr>
        <p:spPr>
          <a:xfrm xmlns:a="http://schemas.openxmlformats.org/drawingml/2006/main">
            <a:off x="8105775" y="2581275"/>
            <a:ext cx="320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36B68"/>
                </a:solidFill>
                <a:latin typeface="Segoe UI"/>
                <a:ea typeface="Segoe UI"/>
                <a:cs typeface="Segoe UI"/>
              </a:defRPr>
            </a:pPr>
            <a:r>
              <a:rPr sz="1650" b="0">
                <a:solidFill>
                  <a:srgbClr val="536B68"/>
                </a:solidFill>
                <a:latin typeface="Segoe UI"/>
                <a:ea typeface="Segoe UI"/>
                <a:cs typeface="Segoe UI"/>
              </a:rPr>
              <a:t>Suscripta</a:t>
            </a:r>
          </a:p>
        </p:txBody>
      </p:sp>
      <p:sp>
        <p:nvSpPr>
          <p:cNvPr id="11" name="">
            <a:extLst xmlns:a="http://schemas.openxmlformats.org/drawingml/2006/main">
              <a:ext uri="{FF2B5EF4-FFF2-40B4-BE49-F238E27FC236}">
                <a16:creationId xmlns:a16="http://schemas.microsoft.com/office/drawing/2014/main" id="{570F444C-4D81-460E-B059-C4C5D2B01BE3}"/>
              </a:ext>
            </a:extLst>
          </p:cNvPr>
          <p:cNvSpPr>
            <a:spLocks xmlns:a="http://schemas.openxmlformats.org/drawingml/2006/main" noGrp="1"/>
          </p:cNvSpPr>
          <p:nvPr/>
        </p:nvSpPr>
        <p:spPr>
          <a:xfrm xmlns:a="http://schemas.openxmlformats.org/drawingml/2006/main">
            <a:off x="8105775" y="299085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087F6F"/>
                </a:solidFill>
                <a:latin typeface="Consolas"/>
                <a:ea typeface="Consolas"/>
                <a:cs typeface="Consolas"/>
              </a:defRPr>
            </a:pPr>
            <a:r>
              <a:rPr sz="1725" b="0">
                <a:solidFill>
                  <a:srgbClr val="087F6F"/>
                </a:solidFill>
                <a:latin typeface="Consolas"/>
                <a:ea typeface="Consolas"/>
                <a:cs typeface="Consolas"/>
              </a:rPr>
              <a:t>Entrega: martes 06/10</a:t>
            </a:r>
          </a:p>
        </p:txBody>
      </p:sp>
      <p:sp>
        <p:nvSpPr>
          <p:cNvPr id="12" name="">
            <a:extLst xmlns:a="http://schemas.openxmlformats.org/drawingml/2006/main">
              <a:ext uri="{FF2B5EF4-FFF2-40B4-BE49-F238E27FC236}">
                <a16:creationId xmlns:a16="http://schemas.microsoft.com/office/drawing/2014/main" id="{2D11A1E5-70FE-49DA-A602-33B096505BCD}"/>
              </a:ext>
            </a:extLst>
          </p:cNvPr>
          <p:cNvSpPr>
            <a:spLocks xmlns:a="http://schemas.openxmlformats.org/drawingml/2006/main" noGrp="1"/>
          </p:cNvSpPr>
          <p:nvPr/>
        </p:nvSpPr>
        <p:spPr>
          <a:xfrm xmlns:a="http://schemas.openxmlformats.org/drawingml/2006/main">
            <a:off x="7896225" y="4029075"/>
            <a:ext cx="3619500" cy="152400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13" name="">
            <a:extLst xmlns:a="http://schemas.openxmlformats.org/drawingml/2006/main">
              <a:ext uri="{FF2B5EF4-FFF2-40B4-BE49-F238E27FC236}">
                <a16:creationId xmlns:a16="http://schemas.microsoft.com/office/drawing/2014/main" id="{FAAA7F8F-D9B2-418E-94A1-40C0CFB04618}"/>
              </a:ext>
            </a:extLst>
          </p:cNvPr>
          <p:cNvSpPr>
            <a:spLocks xmlns:a="http://schemas.openxmlformats.org/drawingml/2006/main" noGrp="1"/>
          </p:cNvSpPr>
          <p:nvPr/>
        </p:nvSpPr>
        <p:spPr>
          <a:xfrm xmlns:a="http://schemas.openxmlformats.org/drawingml/2006/main">
            <a:off x="8105775" y="4210050"/>
            <a:ext cx="320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93333"/>
                </a:solidFill>
                <a:latin typeface="Segoe UI"/>
                <a:ea typeface="Segoe UI"/>
                <a:cs typeface="Segoe UI"/>
              </a:defRPr>
            </a:pPr>
            <a:r>
              <a:rPr sz="2325" b="1">
                <a:solidFill>
                  <a:srgbClr val="193333"/>
                </a:solidFill>
                <a:latin typeface="Segoe UI"/>
                <a:ea typeface="Segoe UI"/>
                <a:cs typeface="Segoe UI"/>
              </a:rPr>
              <a:t>Luis</a:t>
            </a:r>
          </a:p>
        </p:txBody>
      </p:sp>
      <p:sp>
        <p:nvSpPr>
          <p:cNvPr id="14" name="">
            <a:extLst xmlns:a="http://schemas.openxmlformats.org/drawingml/2006/main">
              <a:ext uri="{FF2B5EF4-FFF2-40B4-BE49-F238E27FC236}">
                <a16:creationId xmlns:a16="http://schemas.microsoft.com/office/drawing/2014/main" id="{70BDE45A-D3AC-44C9-BD16-437BAD32CA67}"/>
              </a:ext>
            </a:extLst>
          </p:cNvPr>
          <p:cNvSpPr>
            <a:spLocks xmlns:a="http://schemas.openxmlformats.org/drawingml/2006/main" noGrp="1"/>
          </p:cNvSpPr>
          <p:nvPr/>
        </p:nvSpPr>
        <p:spPr>
          <a:xfrm xmlns:a="http://schemas.openxmlformats.org/drawingml/2006/main">
            <a:off x="8105775" y="4676775"/>
            <a:ext cx="320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36B68"/>
                </a:solidFill>
                <a:latin typeface="Segoe UI"/>
                <a:ea typeface="Segoe UI"/>
                <a:cs typeface="Segoe UI"/>
              </a:defRPr>
            </a:pPr>
            <a:r>
              <a:rPr sz="1650" b="0">
                <a:solidFill>
                  <a:srgbClr val="536B68"/>
                </a:solidFill>
                <a:latin typeface="Segoe UI"/>
                <a:ea typeface="Segoe UI"/>
                <a:cs typeface="Segoe UI"/>
              </a:rPr>
              <a:t>Desuscripto</a:t>
            </a:r>
          </a:p>
        </p:txBody>
      </p:sp>
      <p:sp>
        <p:nvSpPr>
          <p:cNvPr id="15" name="">
            <a:extLst xmlns:a="http://schemas.openxmlformats.org/drawingml/2006/main">
              <a:ext uri="{FF2B5EF4-FFF2-40B4-BE49-F238E27FC236}">
                <a16:creationId xmlns:a16="http://schemas.microsoft.com/office/drawing/2014/main" id="{89C90F20-FF31-4B82-97AC-FDE102AD2B17}"/>
              </a:ext>
            </a:extLst>
          </p:cNvPr>
          <p:cNvSpPr>
            <a:spLocks xmlns:a="http://schemas.openxmlformats.org/drawingml/2006/main" noGrp="1"/>
          </p:cNvSpPr>
          <p:nvPr/>
        </p:nvSpPr>
        <p:spPr>
          <a:xfrm xmlns:a="http://schemas.openxmlformats.org/drawingml/2006/main">
            <a:off x="8105775" y="5086350"/>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36B68"/>
                </a:solidFill>
                <a:latin typeface="Consolas"/>
                <a:ea typeface="Consolas"/>
                <a:cs typeface="Consolas"/>
              </a:defRPr>
            </a:pPr>
            <a:r>
              <a:rPr sz="1725" b="0">
                <a:solidFill>
                  <a:srgbClr val="536B68"/>
                </a:solidFill>
                <a:latin typeface="Consolas"/>
                <a:ea typeface="Consolas"/>
                <a:cs typeface="Consolas"/>
              </a:rPr>
              <a:t>TP disponible</a:t>
            </a:r>
          </a:p>
        </p:txBody>
      </p:sp>
      <p:sp>
        <p:nvSpPr>
          <p:cNvPr id="16" name="">
            <a:extLst xmlns:a="http://schemas.openxmlformats.org/drawingml/2006/main">
              <a:ext uri="{FF2B5EF4-FFF2-40B4-BE49-F238E27FC236}">
                <a16:creationId xmlns:a16="http://schemas.microsoft.com/office/drawing/2014/main" id="{E9481326-D9AA-44C8-837B-414B3EF6BA6D}"/>
              </a:ext>
            </a:extLst>
          </p:cNvPr>
          <p:cNvSpPr>
            <a:spLocks xmlns:a="http://schemas.openxmlformats.org/drawingml/2006/main" noGrp="1"/>
          </p:cNvSpPr>
          <p:nvPr/>
        </p:nvSpPr>
        <p:spPr>
          <a:xfrm xmlns:a="http://schemas.openxmlformats.org/drawingml/2006/main">
            <a:off x="4238625" y="2676525"/>
            <a:ext cx="3657600" cy="314325"/>
          </a:xfrm>
          <a:custGeom xmlns:a="http://schemas.openxmlformats.org/drawingml/2006/main">
            <a:pathLst>
              <a:path w="3657600" h="314325">
                <a:moveTo>
                  <a:pt x="0" y="314325"/>
                </a:moveTo>
                <a:lnTo>
                  <a:pt x="2238375" y="314325"/>
                </a:lnTo>
                <a:lnTo>
                  <a:pt x="2238375" y="0"/>
                </a:lnTo>
                <a:lnTo>
                  <a:pt x="3657600" y="0"/>
                </a:lnTo>
              </a:path>
            </a:pathLst>
          </a:custGeom>
          <a:noFill xmlns:a="http://schemas.openxmlformats.org/drawingml/2006/main"/>
          <a:ln xmlns:a="http://schemas.openxmlformats.org/drawingml/2006/main" w="19050">
            <a:solidFill>
              <a:srgbClr val="087F6F"/>
            </a:solidFill>
            <a:prstDash val="solid"/>
          </a:ln>
        </p:spPr>
      </p:sp>
      <p:sp>
        <p:nvSpPr>
          <p:cNvPr id="17" name="">
            <a:extLst xmlns:a="http://schemas.openxmlformats.org/drawingml/2006/main">
              <a:ext uri="{FF2B5EF4-FFF2-40B4-BE49-F238E27FC236}">
                <a16:creationId xmlns:a16="http://schemas.microsoft.com/office/drawing/2014/main" id="{1C481D08-7FEF-427C-AB4C-E89B008E464A}"/>
              </a:ext>
            </a:extLst>
          </p:cNvPr>
          <p:cNvSpPr>
            <a:spLocks xmlns:a="http://schemas.openxmlformats.org/drawingml/2006/main" noGrp="1"/>
          </p:cNvSpPr>
          <p:nvPr/>
        </p:nvSpPr>
        <p:spPr>
          <a:xfrm xmlns:a="http://schemas.openxmlformats.org/drawingml/2006/main">
            <a:off x="7791450" y="2609850"/>
            <a:ext cx="104775" cy="133350"/>
          </a:xfrm>
          <a:custGeom xmlns:a="http://schemas.openxmlformats.org/drawingml/2006/main">
            <a:pathLst>
              <a:path w="104775" h="133350">
                <a:moveTo>
                  <a:pt x="0" y="133350"/>
                </a:moveTo>
                <a:lnTo>
                  <a:pt x="104775" y="66675"/>
                </a:lnTo>
                <a:lnTo>
                  <a:pt x="0" y="0"/>
                </a:lnTo>
              </a:path>
            </a:pathLst>
          </a:custGeom>
          <a:noFill xmlns:a="http://schemas.openxmlformats.org/drawingml/2006/main"/>
          <a:ln xmlns:a="http://schemas.openxmlformats.org/drawingml/2006/main" w="19050">
            <a:solidFill>
              <a:srgbClr val="087F6F"/>
            </a:solidFill>
            <a:prstDash val="solid"/>
          </a:ln>
        </p:spPr>
      </p:sp>
      <p:sp>
        <p:nvSpPr>
          <p:cNvPr id="18" name="">
            <a:extLst xmlns:a="http://schemas.openxmlformats.org/drawingml/2006/main">
              <a:ext uri="{FF2B5EF4-FFF2-40B4-BE49-F238E27FC236}">
                <a16:creationId xmlns:a16="http://schemas.microsoft.com/office/drawing/2014/main" id="{F2FC3C8F-DFF7-46DF-A7EA-78A791FF3C78}"/>
              </a:ext>
            </a:extLst>
          </p:cNvPr>
          <p:cNvSpPr>
            <a:spLocks xmlns:a="http://schemas.openxmlformats.org/drawingml/2006/main" noGrp="1"/>
          </p:cNvSpPr>
          <p:nvPr/>
        </p:nvSpPr>
        <p:spPr>
          <a:xfrm xmlns:a="http://schemas.openxmlformats.org/drawingml/2006/main">
            <a:off x="4572000" y="2200275"/>
            <a:ext cx="3067050" cy="350044"/>
          </a:xfrm>
          <a:prstGeom xmlns:a="http://schemas.openxmlformats.org/drawingml/2006/main" prst="rect">
            <a:avLst/>
          </a:prstGeom>
          <a:solidFill xmlns:a="http://schemas.openxmlformats.org/drawingml/2006/main">
            <a:srgbClr val="F5F2E9"/>
          </a:solidFill>
          <a:ln xmlns:a="http://schemas.openxmlformats.org/drawingml/2006/main" w="14288">
            <a:solidFill>
              <a:srgbClr val="F5F2E9"/>
            </a:solidFill>
          </a:ln>
        </p:spPr>
      </p:sp>
      <p:sp>
        <p:nvSpPr>
          <p:cNvPr id="19" name="">
            <a:extLst xmlns:a="http://schemas.openxmlformats.org/drawingml/2006/main">
              <a:ext uri="{FF2B5EF4-FFF2-40B4-BE49-F238E27FC236}">
                <a16:creationId xmlns:a16="http://schemas.microsoft.com/office/drawing/2014/main" id="{099CAC60-E9EB-40B7-9FBB-E1E505DAAB12}"/>
              </a:ext>
            </a:extLst>
          </p:cNvPr>
          <p:cNvSpPr>
            <a:spLocks xmlns:a="http://schemas.openxmlformats.org/drawingml/2006/main" noGrp="1"/>
          </p:cNvSpPr>
          <p:nvPr/>
        </p:nvSpPr>
        <p:spPr>
          <a:xfrm xmlns:a="http://schemas.openxmlformats.org/drawingml/2006/main">
            <a:off x="4629150" y="2219325"/>
            <a:ext cx="2952750" cy="350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087F6F"/>
                </a:solidFill>
                <a:latin typeface="Consolas"/>
                <a:ea typeface="Consolas"/>
                <a:cs typeface="Consolas"/>
              </a:defRPr>
            </a:pPr>
            <a:r>
              <a:rPr sz="1725" b="0">
                <a:solidFill>
                  <a:srgbClr val="087F6F"/>
                </a:solidFill>
                <a:latin typeface="Consolas"/>
                <a:ea typeface="Consolas"/>
                <a:cs typeface="Consolas"/>
              </a:rPr>
              <a:t>actualizar(aviso)</a:t>
            </a:r>
          </a:p>
        </p:txBody>
      </p:sp>
      <p:sp>
        <p:nvSpPr>
          <p:cNvPr id="20" name="">
            <a:extLst xmlns:a="http://schemas.openxmlformats.org/drawingml/2006/main">
              <a:ext uri="{FF2B5EF4-FFF2-40B4-BE49-F238E27FC236}">
                <a16:creationId xmlns:a16="http://schemas.microsoft.com/office/drawing/2014/main" id="{52612AFE-5061-471A-AF07-33FAD1CB92E3}"/>
              </a:ext>
            </a:extLst>
          </p:cNvPr>
          <p:cNvSpPr>
            <a:spLocks xmlns:a="http://schemas.openxmlformats.org/drawingml/2006/main" noGrp="1"/>
          </p:cNvSpPr>
          <p:nvPr/>
        </p:nvSpPr>
        <p:spPr>
          <a:xfrm xmlns:a="http://schemas.openxmlformats.org/drawingml/2006/main">
            <a:off x="609600" y="5848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536B68"/>
                </a:solidFill>
                <a:latin typeface="Segoe UI"/>
                <a:ea typeface="Segoe UI"/>
                <a:cs typeface="Segoe UI"/>
              </a:defRPr>
            </a:pPr>
            <a:r>
              <a:rPr sz="2100" b="0">
                <a:solidFill>
                  <a:srgbClr val="536B68"/>
                </a:solidFill>
                <a:latin typeface="Segoe UI"/>
                <a:ea typeface="Segoe UI"/>
                <a:cs typeface="Segoe UI"/>
              </a:rPr>
              <a:t>La baja cambia los receptores, no el estado guardado por Luis.</a:t>
            </a:r>
          </a:p>
        </p:txBody>
      </p:sp>
    </p:spTree>
    <p:extLst>
      <p:ext uri="{BB962C8B-B14F-4D97-AF65-F5344CB8AC3E}">
        <p14:creationId xmlns:p14="http://schemas.microsoft.com/office/powerpoint/2010/main" val="1075465014"/>
      </p:ext>
    </p:extLst>
  </p:cSld>
</p:sld>
</file>

<file path=ppt/slides/slide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30602B1-D6DB-4D1B-BF58-FC0725AD3C55}"/>
              </a:ext>
            </a:extLst>
          </p:cNvPr>
          <p:cNvSpPr>
            <a:spLocks xmlns:a="http://schemas.openxmlformats.org/drawingml/2006/main" noGrp="1"/>
          </p:cNvSpPr>
          <p:nvPr/>
        </p:nvSpPr>
        <p:spPr>
          <a:xfrm xmlns:a="http://schemas.openxmlformats.org/drawingml/2006/main">
            <a:off x="609600" y="4667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1">
                <a:solidFill>
                  <a:srgbClr val="193333"/>
                </a:solidFill>
                <a:latin typeface="Segoe UI"/>
                <a:ea typeface="Segoe UI"/>
                <a:cs typeface="Segoe UI"/>
              </a:defRPr>
            </a:pPr>
            <a:r>
              <a:rPr sz="3600" b="1">
                <a:solidFill>
                  <a:srgbClr val="193333"/>
                </a:solidFill>
                <a:latin typeface="Segoe UI"/>
                <a:ea typeface="Segoe UI"/>
                <a:cs typeface="Segoe UI"/>
              </a:rPr>
              <a:t>La ronda de notificación</a:t>
            </a:r>
          </a:p>
        </p:txBody>
      </p:sp>
      <p:sp>
        <p:nvSpPr>
          <p:cNvPr id="2" name="">
            <a:extLst xmlns:a="http://schemas.openxmlformats.org/drawingml/2006/main">
              <a:ext uri="{FF2B5EF4-FFF2-40B4-BE49-F238E27FC236}">
                <a16:creationId xmlns:a16="http://schemas.microsoft.com/office/drawing/2014/main" id="{ADB1353C-70ED-4E9E-924F-9C673C4863AF}"/>
              </a:ext>
            </a:extLst>
          </p:cNvPr>
          <p:cNvSpPr>
            <a:spLocks xmlns:a="http://schemas.openxmlformats.org/drawingml/2006/main" noGrp="1"/>
          </p:cNvSpPr>
          <p:nvPr/>
        </p:nvSpPr>
        <p:spPr>
          <a:xfrm xmlns:a="http://schemas.openxmlformats.org/drawingml/2006/main">
            <a:off x="609600" y="6419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36B68"/>
                </a:solidFill>
                <a:latin typeface="Segoe UI"/>
                <a:ea typeface="Segoe UI"/>
                <a:cs typeface="Segoe UI"/>
              </a:defRPr>
            </a:pPr>
            <a:r>
              <a:rPr sz="1200" b="0">
                <a:solidFill>
                  <a:srgbClr val="536B68"/>
                </a:solidFill>
                <a:latin typeface="Segoe UI"/>
                <a:ea typeface="Segoe UI"/>
                <a:cs typeface="Segoe UI"/>
              </a:rPr>
              <a:t>OBSERVER · AVISOS DE UN CURSO</a:t>
            </a:r>
          </a:p>
        </p:txBody>
      </p:sp>
      <p:sp>
        <p:nvSpPr>
          <p:cNvPr id="3" name="">
            <a:extLst xmlns:a="http://schemas.openxmlformats.org/drawingml/2006/main">
              <a:ext uri="{FF2B5EF4-FFF2-40B4-BE49-F238E27FC236}">
                <a16:creationId xmlns:a16="http://schemas.microsoft.com/office/drawing/2014/main" id="{776478BE-013F-4FFD-B868-A08640C6793F}"/>
              </a:ext>
            </a:extLst>
          </p:cNvPr>
          <p:cNvSpPr>
            <a:spLocks xmlns:a="http://schemas.openxmlformats.org/drawingml/2006/main" noGrp="1"/>
          </p:cNvSpPr>
          <p:nvPr/>
        </p:nvSpPr>
        <p:spPr>
          <a:xfrm xmlns:a="http://schemas.openxmlformats.org/drawingml/2006/main">
            <a:off x="110299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36B68"/>
                </a:solidFill>
                <a:latin typeface="Segoe UI"/>
                <a:ea typeface="Segoe UI"/>
                <a:cs typeface="Segoe UI"/>
              </a:defRPr>
            </a:pPr>
            <a:r>
              <a:rPr sz="1500" b="0">
                <a:solidFill>
                  <a:srgbClr val="536B68"/>
                </a:solidFill>
                <a:latin typeface="Segoe UI"/>
                <a:ea typeface="Segoe UI"/>
                <a:cs typeface="Segoe UI"/>
              </a:rPr>
              <a:t>08</a:t>
            </a:r>
          </a:p>
        </p:txBody>
      </p:sp>
      <p:sp>
        <p:nvSpPr>
          <p:cNvPr id="4" name="">
            <a:extLst xmlns:a="http://schemas.openxmlformats.org/drawingml/2006/main">
              <a:ext uri="{FF2B5EF4-FFF2-40B4-BE49-F238E27FC236}">
                <a16:creationId xmlns:a16="http://schemas.microsoft.com/office/drawing/2014/main" id="{F72DC630-65CC-41B0-A5BA-73DE9885D0BE}"/>
              </a:ext>
            </a:extLst>
          </p:cNvPr>
          <p:cNvSpPr>
            <a:spLocks xmlns:a="http://schemas.openxmlformats.org/drawingml/2006/main" noGrp="1"/>
          </p:cNvSpPr>
          <p:nvPr/>
        </p:nvSpPr>
        <p:spPr>
          <a:xfrm xmlns:a="http://schemas.openxmlformats.org/drawingml/2006/main">
            <a:off x="609600" y="1714500"/>
            <a:ext cx="10972800" cy="2152650"/>
          </a:xfrm>
          <a:prstGeom xmlns:a="http://schemas.openxmlformats.org/drawingml/2006/main" prst="rect">
            <a:avLst/>
          </a:prstGeom>
          <a:solidFill xmlns:a="http://schemas.openxmlformats.org/drawingml/2006/main">
            <a:srgbClr val="FFFEFA"/>
          </a:solidFill>
          <a:ln xmlns:a="http://schemas.openxmlformats.org/drawingml/2006/main" w="14288">
            <a:solidFill>
              <a:srgbClr val="A7B9B1"/>
            </a:solidFill>
          </a:ln>
        </p:spPr>
      </p:sp>
      <p:sp>
        <p:nvSpPr>
          <p:cNvPr id="5" name="">
            <a:extLst xmlns:a="http://schemas.openxmlformats.org/drawingml/2006/main">
              <a:ext uri="{FF2B5EF4-FFF2-40B4-BE49-F238E27FC236}">
                <a16:creationId xmlns:a16="http://schemas.microsoft.com/office/drawing/2014/main" id="{E0DDCF15-3998-4B36-A44A-920E86093F66}"/>
              </a:ext>
            </a:extLst>
          </p:cNvPr>
          <p:cNvSpPr>
            <a:spLocks xmlns:a="http://schemas.openxmlformats.org/drawingml/2006/main" noGrp="1"/>
          </p:cNvSpPr>
          <p:nvPr/>
        </p:nvSpPr>
        <p:spPr>
          <a:xfrm xmlns:a="http://schemas.openxmlformats.org/drawingml/2006/main">
            <a:off x="828675" y="1885950"/>
            <a:ext cx="1052512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93333"/>
                </a:solidFill>
                <a:latin typeface="Consolas"/>
                <a:ea typeface="Consolas"/>
                <a:cs typeface="Consolas"/>
              </a:defRPr>
            </a:pPr>
            <a:r>
              <a:rPr sz="1875" b="0">
                <a:solidFill>
                  <a:srgbClr val="193333"/>
                </a:solidFill>
                <a:latin typeface="Consolas"/>
                <a:ea typeface="Consolas"/>
                <a:cs typeface="Consolas"/>
              </a:rPr>
              <a:t>public void notificar() {</a:t>
            </a:r>
          </a:p>
          <a:p xmlns:a="http://schemas.openxmlformats.org/drawingml/2006/main">
            <a:pPr>
              <a:defRPr sz="1875" b="0">
                <a:solidFill>
                  <a:srgbClr val="193333"/>
                </a:solidFill>
                <a:latin typeface="Consolas"/>
                <a:ea typeface="Consolas"/>
                <a:cs typeface="Consolas"/>
              </a:defRPr>
            </a:pPr>
            <a:r>
              <a:rPr sz="1875" b="0">
                <a:solidFill>
                  <a:srgbClr val="193333"/>
                </a:solidFill>
                <a:latin typeface="Consolas"/>
                <a:ea typeface="Consolas"/>
                <a:cs typeface="Consolas"/>
              </a:rPr>
              <a:t>    String aviso = ultimoAviso;</a:t>
            </a:r>
          </a:p>
          <a:p xmlns:a="http://schemas.openxmlformats.org/drawingml/2006/main">
            <a:pPr>
              <a:defRPr sz="1875" b="0">
                <a:solidFill>
                  <a:srgbClr val="193333"/>
                </a:solidFill>
                <a:latin typeface="Consolas"/>
                <a:ea typeface="Consolas"/>
                <a:cs typeface="Consolas"/>
              </a:defRPr>
            </a:pPr>
            <a:r>
              <a:rPr sz="1875" b="0">
                <a:solidFill>
                  <a:srgbClr val="193333"/>
                </a:solidFill>
                <a:latin typeface="Consolas"/>
                <a:ea typeface="Consolas"/>
                <a:cs typeface="Consolas"/>
              </a:rPr>
              <a:t>    for (Observador observador : new LinkedHashSet&lt;&gt;(observadores))</a:t>
            </a:r>
          </a:p>
          <a:p xmlns:a="http://schemas.openxmlformats.org/drawingml/2006/main">
            <a:pPr>
              <a:defRPr sz="1875" b="0">
                <a:solidFill>
                  <a:srgbClr val="193333"/>
                </a:solidFill>
                <a:latin typeface="Consolas"/>
                <a:ea typeface="Consolas"/>
                <a:cs typeface="Consolas"/>
              </a:defRPr>
            </a:pPr>
            <a:r>
              <a:rPr sz="1875" b="0">
                <a:solidFill>
                  <a:srgbClr val="193333"/>
                </a:solidFill>
                <a:latin typeface="Consolas"/>
                <a:ea typeface="Consolas"/>
                <a:cs typeface="Consolas"/>
              </a:rPr>
              <a:t>        observador.actualizar(aviso);</a:t>
            </a:r>
          </a:p>
          <a:p xmlns:a="http://schemas.openxmlformats.org/drawingml/2006/main">
            <a:pPr>
              <a:defRPr sz="1875" b="0">
                <a:solidFill>
                  <a:srgbClr val="193333"/>
                </a:solidFill>
                <a:latin typeface="Consolas"/>
                <a:ea typeface="Consolas"/>
                <a:cs typeface="Consolas"/>
              </a:defRPr>
            </a:pPr>
            <a:r>
              <a:rPr sz="1875" b="0">
                <a:solidFill>
                  <a:srgbClr val="193333"/>
                </a:solidFill>
                <a:latin typeface="Consolas"/>
                <a:ea typeface="Consolas"/>
                <a:cs typeface="Consolas"/>
              </a:rPr>
              <a:t>}</a:t>
            </a:r>
          </a:p>
        </p:txBody>
      </p:sp>
      <p:sp>
        <p:nvSpPr>
          <p:cNvPr id="6" name="">
            <a:extLst xmlns:a="http://schemas.openxmlformats.org/drawingml/2006/main">
              <a:ext uri="{FF2B5EF4-FFF2-40B4-BE49-F238E27FC236}">
                <a16:creationId xmlns:a16="http://schemas.microsoft.com/office/drawing/2014/main" id="{6B7D76BB-21C2-49BA-9CF8-F6E3CF7E7547}"/>
              </a:ext>
            </a:extLst>
          </p:cNvPr>
          <p:cNvSpPr>
            <a:spLocks xmlns:a="http://schemas.openxmlformats.org/drawingml/2006/main" noGrp="1"/>
          </p:cNvSpPr>
          <p:nvPr/>
        </p:nvSpPr>
        <p:spPr>
          <a:xfrm xmlns:a="http://schemas.openxmlformats.org/drawingml/2006/main">
            <a:off x="609600" y="42767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087F6F"/>
                </a:solidFill>
                <a:latin typeface="Segoe UI"/>
                <a:ea typeface="Segoe UI"/>
                <a:cs typeface="Segoe UI"/>
              </a:defRPr>
            </a:pPr>
            <a:r>
              <a:rPr sz="2175" b="1">
                <a:solidFill>
                  <a:srgbClr val="087F6F"/>
                </a:solidFill>
                <a:latin typeface="Segoe UI"/>
                <a:ea typeface="Segoe UI"/>
                <a:cs typeface="Segoe UI"/>
              </a:rPr>
              <a:t>Mensaje estable</a:t>
            </a:r>
          </a:p>
        </p:txBody>
      </p:sp>
      <p:sp>
        <p:nvSpPr>
          <p:cNvPr id="7" name="">
            <a:extLst xmlns:a="http://schemas.openxmlformats.org/drawingml/2006/main">
              <a:ext uri="{FF2B5EF4-FFF2-40B4-BE49-F238E27FC236}">
                <a16:creationId xmlns:a16="http://schemas.microsoft.com/office/drawing/2014/main" id="{7D8E64A3-F765-44C4-8038-08F0730038E9}"/>
              </a:ext>
            </a:extLst>
          </p:cNvPr>
          <p:cNvSpPr>
            <a:spLocks xmlns:a="http://schemas.openxmlformats.org/drawingml/2006/main" noGrp="1"/>
          </p:cNvSpPr>
          <p:nvPr/>
        </p:nvSpPr>
        <p:spPr>
          <a:xfrm xmlns:a="http://schemas.openxmlformats.org/drawingml/2006/main">
            <a:off x="609600" y="4924425"/>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193333"/>
                </a:solidFill>
                <a:latin typeface="Segoe UI"/>
                <a:ea typeface="Segoe UI"/>
                <a:cs typeface="Segoe UI"/>
              </a:defRPr>
            </a:pPr>
            <a:r>
              <a:rPr sz="1950" b="0">
                <a:solidFill>
                  <a:srgbClr val="193333"/>
                </a:solidFill>
                <a:latin typeface="Segoe UI"/>
                <a:ea typeface="Segoe UI"/>
                <a:cs typeface="Segoe UI"/>
              </a:rPr>
              <a:t>La ronda conserva</a:t>
            </a:r>
          </a:p>
          <a:p xmlns:a="http://schemas.openxmlformats.org/drawingml/2006/main">
            <a:pPr>
              <a:defRPr sz="1950" b="0">
                <a:solidFill>
                  <a:srgbClr val="193333"/>
                </a:solidFill>
                <a:latin typeface="Segoe UI"/>
                <a:ea typeface="Segoe UI"/>
                <a:cs typeface="Segoe UI"/>
              </a:defRPr>
            </a:pPr>
            <a:r>
              <a:rPr sz="1950" b="0">
                <a:solidFill>
                  <a:srgbClr val="193333"/>
                </a:solidFill>
                <a:latin typeface="Segoe UI"/>
                <a:ea typeface="Segoe UI"/>
                <a:cs typeface="Segoe UI"/>
              </a:rPr>
              <a:t>el aviso capturado.</a:t>
            </a:r>
          </a:p>
        </p:txBody>
      </p:sp>
      <p:sp>
        <p:nvSpPr>
          <p:cNvPr id="8" name="">
            <a:extLst xmlns:a="http://schemas.openxmlformats.org/drawingml/2006/main">
              <a:ext uri="{FF2B5EF4-FFF2-40B4-BE49-F238E27FC236}">
                <a16:creationId xmlns:a16="http://schemas.microsoft.com/office/drawing/2014/main" id="{A00EEA0B-29F1-4C0E-BBAE-CE2F5F3CB67C}"/>
              </a:ext>
            </a:extLst>
          </p:cNvPr>
          <p:cNvSpPr>
            <a:spLocks xmlns:a="http://schemas.openxmlformats.org/drawingml/2006/main" noGrp="1"/>
          </p:cNvSpPr>
          <p:nvPr/>
        </p:nvSpPr>
        <p:spPr>
          <a:xfrm xmlns:a="http://schemas.openxmlformats.org/drawingml/2006/main">
            <a:off x="4476750" y="4276725"/>
            <a:ext cx="3667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93333"/>
                </a:solidFill>
                <a:latin typeface="Segoe UI"/>
                <a:ea typeface="Segoe UI"/>
                <a:cs typeface="Segoe UI"/>
              </a:defRPr>
            </a:pPr>
            <a:r>
              <a:rPr sz="2175" b="1">
                <a:solidFill>
                  <a:srgbClr val="193333"/>
                </a:solidFill>
                <a:latin typeface="Segoe UI"/>
                <a:ea typeface="Segoe UI"/>
                <a:cs typeface="Segoe UI"/>
              </a:rPr>
              <a:t>Destinatarios estables</a:t>
            </a:r>
          </a:p>
        </p:txBody>
      </p:sp>
      <p:sp>
        <p:nvSpPr>
          <p:cNvPr id="9" name="">
            <a:extLst xmlns:a="http://schemas.openxmlformats.org/drawingml/2006/main">
              <a:ext uri="{FF2B5EF4-FFF2-40B4-BE49-F238E27FC236}">
                <a16:creationId xmlns:a16="http://schemas.microsoft.com/office/drawing/2014/main" id="{3A4504AE-6DC7-4925-A898-8502B0EFACE9}"/>
              </a:ext>
            </a:extLst>
          </p:cNvPr>
          <p:cNvSpPr>
            <a:spLocks xmlns:a="http://schemas.openxmlformats.org/drawingml/2006/main" noGrp="1"/>
          </p:cNvSpPr>
          <p:nvPr/>
        </p:nvSpPr>
        <p:spPr>
          <a:xfrm xmlns:a="http://schemas.openxmlformats.org/drawingml/2006/main">
            <a:off x="4476750" y="4924425"/>
            <a:ext cx="3667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193333"/>
                </a:solidFill>
                <a:latin typeface="Segoe UI"/>
                <a:ea typeface="Segoe UI"/>
                <a:cs typeface="Segoe UI"/>
              </a:defRPr>
            </a:pPr>
            <a:r>
              <a:rPr sz="1950" b="0">
                <a:solidFill>
                  <a:srgbClr val="193333"/>
                </a:solidFill>
                <a:latin typeface="Segoe UI"/>
                <a:ea typeface="Segoe UI"/>
                <a:cs typeface="Segoe UI"/>
              </a:rPr>
              <a:t>La copia tolera altas</a:t>
            </a:r>
          </a:p>
          <a:p xmlns:a="http://schemas.openxmlformats.org/drawingml/2006/main">
            <a:pPr>
              <a:defRPr sz="1950" b="0">
                <a:solidFill>
                  <a:srgbClr val="193333"/>
                </a:solidFill>
                <a:latin typeface="Segoe UI"/>
                <a:ea typeface="Segoe UI"/>
                <a:cs typeface="Segoe UI"/>
              </a:defRPr>
            </a:pPr>
            <a:r>
              <a:rPr sz="1950" b="0">
                <a:solidFill>
                  <a:srgbClr val="193333"/>
                </a:solidFill>
                <a:latin typeface="Segoe UI"/>
                <a:ea typeface="Segoe UI"/>
                <a:cs typeface="Segoe UI"/>
              </a:rPr>
              <a:t>y bajas durante la entrega.</a:t>
            </a:r>
          </a:p>
        </p:txBody>
      </p:sp>
      <p:sp>
        <p:nvSpPr>
          <p:cNvPr id="10" name="">
            <a:extLst xmlns:a="http://schemas.openxmlformats.org/drawingml/2006/main">
              <a:ext uri="{FF2B5EF4-FFF2-40B4-BE49-F238E27FC236}">
                <a16:creationId xmlns:a16="http://schemas.microsoft.com/office/drawing/2014/main" id="{7224523F-8764-47AB-86F5-51877269D1A1}"/>
              </a:ext>
            </a:extLst>
          </p:cNvPr>
          <p:cNvSpPr>
            <a:spLocks xmlns:a="http://schemas.openxmlformats.org/drawingml/2006/main" noGrp="1"/>
          </p:cNvSpPr>
          <p:nvPr/>
        </p:nvSpPr>
        <p:spPr>
          <a:xfrm xmlns:a="http://schemas.openxmlformats.org/drawingml/2006/main">
            <a:off x="8543925" y="42767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93333"/>
                </a:solidFill>
                <a:latin typeface="Segoe UI"/>
                <a:ea typeface="Segoe UI"/>
                <a:cs typeface="Segoe UI"/>
              </a:defRPr>
            </a:pPr>
            <a:r>
              <a:rPr sz="2175" b="1">
                <a:solidFill>
                  <a:srgbClr val="193333"/>
                </a:solidFill>
                <a:latin typeface="Segoe UI"/>
                <a:ea typeface="Segoe UI"/>
                <a:cs typeface="Segoe UI"/>
              </a:rPr>
              <a:t>Sin duplicar instancias</a:t>
            </a:r>
          </a:p>
        </p:txBody>
      </p:sp>
      <p:sp>
        <p:nvSpPr>
          <p:cNvPr id="11" name="">
            <a:extLst xmlns:a="http://schemas.openxmlformats.org/drawingml/2006/main">
              <a:ext uri="{FF2B5EF4-FFF2-40B4-BE49-F238E27FC236}">
                <a16:creationId xmlns:a16="http://schemas.microsoft.com/office/drawing/2014/main" id="{8D0BDBFE-FFCA-41F8-83FA-6C67D178D312}"/>
              </a:ext>
            </a:extLst>
          </p:cNvPr>
          <p:cNvSpPr>
            <a:spLocks xmlns:a="http://schemas.openxmlformats.org/drawingml/2006/main" noGrp="1"/>
          </p:cNvSpPr>
          <p:nvPr/>
        </p:nvSpPr>
        <p:spPr>
          <a:xfrm xmlns:a="http://schemas.openxmlformats.org/drawingml/2006/main">
            <a:off x="8543925" y="521017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193333"/>
                </a:solidFill>
                <a:latin typeface="Segoe UI"/>
                <a:ea typeface="Segoe UI"/>
                <a:cs typeface="Segoe UI"/>
              </a:defRPr>
            </a:pPr>
            <a:r>
              <a:rPr sz="1950" b="0">
                <a:solidFill>
                  <a:srgbClr val="193333"/>
                </a:solidFill>
                <a:latin typeface="Segoe UI"/>
                <a:ea typeface="Segoe UI"/>
                <a:cs typeface="Segoe UI"/>
              </a:rPr>
              <a:t>El Set conserva</a:t>
            </a:r>
          </a:p>
          <a:p xmlns:a="http://schemas.openxmlformats.org/drawingml/2006/main">
            <a:pPr>
              <a:defRPr sz="1950" b="0">
                <a:solidFill>
                  <a:srgbClr val="193333"/>
                </a:solidFill>
                <a:latin typeface="Segoe UI"/>
                <a:ea typeface="Segoe UI"/>
                <a:cs typeface="Segoe UI"/>
              </a:defRPr>
            </a:pPr>
            <a:r>
              <a:rPr sz="1950" b="0">
                <a:solidFill>
                  <a:srgbClr val="193333"/>
                </a:solidFill>
                <a:latin typeface="Segoe UI"/>
                <a:ea typeface="Segoe UI"/>
                <a:cs typeface="Segoe UI"/>
              </a:rPr>
              <a:t>el orden de inserción.</a:t>
            </a:r>
          </a:p>
        </p:txBody>
      </p:sp>
    </p:spTree>
    <p:extLst>
      <p:ext uri="{BB962C8B-B14F-4D97-AF65-F5344CB8AC3E}">
        <p14:creationId xmlns:p14="http://schemas.microsoft.com/office/powerpoint/2010/main" val="1372526929"/>
      </p:ext>
    </p:extLst>
  </p:cSld>
</p:sld>
</file>

<file path=ppt/slides/slide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D0509F-63E0-4FCD-9D49-4EDD85CA1F16}"/>
              </a:ext>
            </a:extLst>
          </p:cNvPr>
          <p:cNvSpPr>
            <a:spLocks xmlns:a="http://schemas.openxmlformats.org/drawingml/2006/main" noGrp="1"/>
          </p:cNvSpPr>
          <p:nvPr/>
        </p:nvSpPr>
        <p:spPr>
          <a:xfrm xmlns:a="http://schemas.openxmlformats.org/drawingml/2006/main">
            <a:off x="609600" y="4667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1">
                <a:solidFill>
                  <a:srgbClr val="193333"/>
                </a:solidFill>
                <a:latin typeface="Segoe UI"/>
                <a:ea typeface="Segoe UI"/>
                <a:cs typeface="Segoe UI"/>
              </a:defRPr>
            </a:pPr>
            <a:r>
              <a:rPr sz="3600" b="1">
                <a:solidFill>
                  <a:srgbClr val="193333"/>
                </a:solidFill>
                <a:latin typeface="Segoe UI"/>
                <a:ea typeface="Segoe UI"/>
                <a:cs typeface="Segoe UI"/>
              </a:rPr>
              <a:t>La salida real y sus comprobaciones</a:t>
            </a:r>
          </a:p>
        </p:txBody>
      </p:sp>
      <p:sp>
        <p:nvSpPr>
          <p:cNvPr id="2" name="">
            <a:extLst xmlns:a="http://schemas.openxmlformats.org/drawingml/2006/main">
              <a:ext uri="{FF2B5EF4-FFF2-40B4-BE49-F238E27FC236}">
                <a16:creationId xmlns:a16="http://schemas.microsoft.com/office/drawing/2014/main" id="{689CB299-ED86-42E7-BAE7-0A73AFD30306}"/>
              </a:ext>
            </a:extLst>
          </p:cNvPr>
          <p:cNvSpPr>
            <a:spLocks xmlns:a="http://schemas.openxmlformats.org/drawingml/2006/main" noGrp="1"/>
          </p:cNvSpPr>
          <p:nvPr/>
        </p:nvSpPr>
        <p:spPr>
          <a:xfrm xmlns:a="http://schemas.openxmlformats.org/drawingml/2006/main">
            <a:off x="609600" y="6419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36B68"/>
                </a:solidFill>
                <a:latin typeface="Segoe UI"/>
                <a:ea typeface="Segoe UI"/>
                <a:cs typeface="Segoe UI"/>
              </a:defRPr>
            </a:pPr>
            <a:r>
              <a:rPr sz="1200" b="0">
                <a:solidFill>
                  <a:srgbClr val="536B68"/>
                </a:solidFill>
                <a:latin typeface="Segoe UI"/>
                <a:ea typeface="Segoe UI"/>
                <a:cs typeface="Segoe UI"/>
              </a:rPr>
              <a:t>OBSERVER · AVISOS DE UN CURSO</a:t>
            </a:r>
          </a:p>
        </p:txBody>
      </p:sp>
      <p:sp>
        <p:nvSpPr>
          <p:cNvPr id="3" name="">
            <a:extLst xmlns:a="http://schemas.openxmlformats.org/drawingml/2006/main">
              <a:ext uri="{FF2B5EF4-FFF2-40B4-BE49-F238E27FC236}">
                <a16:creationId xmlns:a16="http://schemas.microsoft.com/office/drawing/2014/main" id="{79A6ED6E-E844-4F3C-ACC3-A4FA5D551022}"/>
              </a:ext>
            </a:extLst>
          </p:cNvPr>
          <p:cNvSpPr>
            <a:spLocks xmlns:a="http://schemas.openxmlformats.org/drawingml/2006/main" noGrp="1"/>
          </p:cNvSpPr>
          <p:nvPr/>
        </p:nvSpPr>
        <p:spPr>
          <a:xfrm xmlns:a="http://schemas.openxmlformats.org/drawingml/2006/main">
            <a:off x="110299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36B68"/>
                </a:solidFill>
                <a:latin typeface="Segoe UI"/>
                <a:ea typeface="Segoe UI"/>
                <a:cs typeface="Segoe UI"/>
              </a:defRPr>
            </a:pPr>
            <a:r>
              <a:rPr sz="1500" b="0">
                <a:solidFill>
                  <a:srgbClr val="536B68"/>
                </a:solidFill>
                <a:latin typeface="Segoe UI"/>
                <a:ea typeface="Segoe UI"/>
                <a:cs typeface="Segoe UI"/>
              </a:rPr>
              <a:t>09</a:t>
            </a:r>
          </a:p>
        </p:txBody>
      </p:sp>
      <p:sp>
        <p:nvSpPr>
          <p:cNvPr id="4" name="">
            <a:extLst xmlns:a="http://schemas.openxmlformats.org/drawingml/2006/main">
              <a:ext uri="{FF2B5EF4-FFF2-40B4-BE49-F238E27FC236}">
                <a16:creationId xmlns:a16="http://schemas.microsoft.com/office/drawing/2014/main" id="{72C5E12C-1EEC-4AD5-B7E2-5796C535A7C5}"/>
              </a:ext>
            </a:extLst>
          </p:cNvPr>
          <p:cNvSpPr>
            <a:spLocks xmlns:a="http://schemas.openxmlformats.org/drawingml/2006/main" noGrp="1"/>
          </p:cNvSpPr>
          <p:nvPr/>
        </p:nvSpPr>
        <p:spPr>
          <a:xfrm xmlns:a="http://schemas.openxmlformats.org/drawingml/2006/main">
            <a:off x="609600" y="1695450"/>
            <a:ext cx="10972800" cy="1952625"/>
          </a:xfrm>
          <a:prstGeom xmlns:a="http://schemas.openxmlformats.org/drawingml/2006/main" prst="rect">
            <a:avLst/>
          </a:prstGeom>
          <a:solidFill xmlns:a="http://schemas.openxmlformats.org/drawingml/2006/main">
            <a:srgbClr val="E0EEE7"/>
          </a:solidFill>
          <a:ln xmlns:a="http://schemas.openxmlformats.org/drawingml/2006/main" w="14288">
            <a:solidFill>
              <a:srgbClr val="087F6F"/>
            </a:solidFill>
          </a:ln>
        </p:spPr>
      </p:sp>
      <p:sp>
        <p:nvSpPr>
          <p:cNvPr id="5" name="">
            <a:extLst xmlns:a="http://schemas.openxmlformats.org/drawingml/2006/main">
              <a:ext uri="{FF2B5EF4-FFF2-40B4-BE49-F238E27FC236}">
                <a16:creationId xmlns:a16="http://schemas.microsoft.com/office/drawing/2014/main" id="{CCB4A494-0834-42A4-BA51-57776177DCB6}"/>
              </a:ext>
            </a:extLst>
          </p:cNvPr>
          <p:cNvSpPr>
            <a:spLocks xmlns:a="http://schemas.openxmlformats.org/drawingml/2006/main" noGrp="1"/>
          </p:cNvSpPr>
          <p:nvPr/>
        </p:nvSpPr>
        <p:spPr>
          <a:xfrm xmlns:a="http://schemas.openxmlformats.org/drawingml/2006/main">
            <a:off x="828675" y="1847850"/>
            <a:ext cx="105537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193333"/>
                </a:solidFill>
                <a:latin typeface="Consolas"/>
                <a:ea typeface="Consolas"/>
                <a:cs typeface="Consolas"/>
              </a:defRPr>
            </a:pPr>
            <a:r>
              <a:rPr sz="2100" b="0">
                <a:solidFill>
                  <a:srgbClr val="193333"/>
                </a:solidFill>
                <a:latin typeface="Consolas"/>
                <a:ea typeface="Consolas"/>
                <a:cs typeface="Consolas"/>
              </a:rPr>
              <a:t>Ana recibio: TP disponible</a:t>
            </a:r>
          </a:p>
          <a:p xmlns:a="http://schemas.openxmlformats.org/drawingml/2006/main">
            <a:pPr>
              <a:defRPr sz="2100" b="0">
                <a:solidFill>
                  <a:srgbClr val="193333"/>
                </a:solidFill>
                <a:latin typeface="Consolas"/>
                <a:ea typeface="Consolas"/>
                <a:cs typeface="Consolas"/>
              </a:defRPr>
            </a:pPr>
            <a:r>
              <a:rPr sz="2100" b="0">
                <a:solidFill>
                  <a:srgbClr val="193333"/>
                </a:solidFill>
                <a:latin typeface="Consolas"/>
                <a:ea typeface="Consolas"/>
                <a:cs typeface="Consolas"/>
              </a:rPr>
              <a:t>Luis recibio: TP disponible</a:t>
            </a:r>
          </a:p>
          <a:p xmlns:a="http://schemas.openxmlformats.org/drawingml/2006/main">
            <a:pPr>
              <a:defRPr sz="2100" b="0">
                <a:solidFill>
                  <a:srgbClr val="193333"/>
                </a:solidFill>
                <a:latin typeface="Consolas"/>
                <a:ea typeface="Consolas"/>
                <a:cs typeface="Consolas"/>
              </a:defRPr>
            </a:pPr>
            <a:r>
              <a:rPr sz="2100" b="0">
                <a:solidFill>
                  <a:srgbClr val="193333"/>
                </a:solidFill>
                <a:latin typeface="Consolas"/>
                <a:ea typeface="Consolas"/>
                <a:cs typeface="Consolas"/>
              </a:rPr>
              <a:t>Ana recibio: Entrega: martes 06/10</a:t>
            </a:r>
          </a:p>
          <a:p xmlns:a="http://schemas.openxmlformats.org/drawingml/2006/main">
            <a:pPr>
              <a:defRPr sz="2100" b="0">
                <a:solidFill>
                  <a:srgbClr val="193333"/>
                </a:solidFill>
                <a:latin typeface="Consolas"/>
                <a:ea typeface="Consolas"/>
                <a:cs typeface="Consolas"/>
              </a:defRPr>
            </a:pPr>
            <a:r>
              <a:rPr sz="2100" b="0">
                <a:solidFill>
                  <a:srgbClr val="193333"/>
                </a:solidFill>
                <a:latin typeface="Consolas"/>
                <a:ea typeface="Consolas"/>
                <a:cs typeface="Consolas"/>
              </a:rPr>
              <a:t>Observer: entrega, baja y duplicados verificados.</a:t>
            </a:r>
          </a:p>
        </p:txBody>
      </p:sp>
      <p:sp>
        <p:nvSpPr>
          <p:cNvPr id="6" name="">
            <a:extLst xmlns:a="http://schemas.openxmlformats.org/drawingml/2006/main">
              <a:ext uri="{FF2B5EF4-FFF2-40B4-BE49-F238E27FC236}">
                <a16:creationId xmlns:a16="http://schemas.microsoft.com/office/drawing/2014/main" id="{6BFDB73E-AF26-4110-990C-8F73FBF4C5F7}"/>
              </a:ext>
            </a:extLst>
          </p:cNvPr>
          <p:cNvSpPr>
            <a:spLocks xmlns:a="http://schemas.openxmlformats.org/drawingml/2006/main" noGrp="1"/>
          </p:cNvSpPr>
          <p:nvPr/>
        </p:nvSpPr>
        <p:spPr>
          <a:xfrm xmlns:a="http://schemas.openxmlformats.org/drawingml/2006/main">
            <a:off x="609600" y="40481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75" b="1">
                <a:solidFill>
                  <a:srgbClr val="193333"/>
                </a:solidFill>
                <a:latin typeface="Segoe UI"/>
                <a:ea typeface="Segoe UI"/>
                <a:cs typeface="Segoe UI"/>
              </a:defRPr>
            </a:pPr>
            <a:r>
              <a:rPr sz="2475" b="1">
                <a:solidFill>
                  <a:srgbClr val="193333"/>
                </a:solidFill>
                <a:latin typeface="Segoe UI"/>
                <a:ea typeface="Segoe UI"/>
                <a:cs typeface="Segoe UI"/>
              </a:rPr>
              <a:t>Qué verifica Demo</a:t>
            </a:r>
          </a:p>
        </p:txBody>
      </p:sp>
      <p:sp>
        <p:nvSpPr>
          <p:cNvPr id="7" name="">
            <a:extLst xmlns:a="http://schemas.openxmlformats.org/drawingml/2006/main">
              <a:ext uri="{FF2B5EF4-FFF2-40B4-BE49-F238E27FC236}">
                <a16:creationId xmlns:a16="http://schemas.microsoft.com/office/drawing/2014/main" id="{DE0DAC6A-1FA0-4222-BB5D-5C720904DD0E}"/>
              </a:ext>
            </a:extLst>
          </p:cNvPr>
          <p:cNvSpPr>
            <a:spLocks xmlns:a="http://schemas.openxmlformats.org/drawingml/2006/main" noGrp="1"/>
          </p:cNvSpPr>
          <p:nvPr/>
        </p:nvSpPr>
        <p:spPr>
          <a:xfrm xmlns:a="http://schemas.openxmlformats.org/drawingml/2006/main">
            <a:off x="609600" y="4781550"/>
            <a:ext cx="5715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193333"/>
                </a:solidFill>
                <a:latin typeface="Segoe UI"/>
                <a:ea typeface="Segoe UI"/>
                <a:cs typeface="Segoe UI"/>
              </a:defRPr>
            </a:pPr>
            <a:r>
              <a:rPr sz="2025" b="0">
                <a:solidFill>
                  <a:srgbClr val="193333"/>
                </a:solidFill>
                <a:latin typeface="Segoe UI"/>
                <a:ea typeface="Segoe UI"/>
                <a:cs typeface="Segoe UI"/>
              </a:rPr>
              <a:t>Entrega y baja de Luis.</a:t>
            </a:r>
          </a:p>
          <a:p xmlns:a="http://schemas.openxmlformats.org/drawingml/2006/main">
            <a:pPr>
              <a:defRPr sz="2025" b="0">
                <a:solidFill>
                  <a:srgbClr val="193333"/>
                </a:solidFill>
                <a:latin typeface="Segoe UI"/>
                <a:ea typeface="Segoe UI"/>
                <a:cs typeface="Segoe UI"/>
              </a:defRPr>
            </a:pPr>
            <a:r>
              <a:rPr sz="2025" b="0">
                <a:solidFill>
                  <a:srgbClr val="193333"/>
                </a:solidFill>
                <a:latin typeface="Segoe UI"/>
                <a:ea typeface="Segoe UI"/>
                <a:cs typeface="Segoe UI"/>
              </a:rPr>
              <a:t>La misma instancia no se suscribe dos veces.</a:t>
            </a:r>
          </a:p>
        </p:txBody>
      </p:sp>
      <p:sp>
        <p:nvSpPr>
          <p:cNvPr id="8" name="">
            <a:extLst xmlns:a="http://schemas.openxmlformats.org/drawingml/2006/main">
              <a:ext uri="{FF2B5EF4-FFF2-40B4-BE49-F238E27FC236}">
                <a16:creationId xmlns:a16="http://schemas.microsoft.com/office/drawing/2014/main" id="{EBB364DF-94A0-4213-92BF-1AFEBA69FE77}"/>
              </a:ext>
            </a:extLst>
          </p:cNvPr>
          <p:cNvSpPr>
            <a:spLocks xmlns:a="http://schemas.openxmlformats.org/drawingml/2006/main" noGrp="1"/>
          </p:cNvSpPr>
          <p:nvPr/>
        </p:nvSpPr>
        <p:spPr>
          <a:xfrm xmlns:a="http://schemas.openxmlformats.org/drawingml/2006/main">
            <a:off x="7029450" y="4781550"/>
            <a:ext cx="45529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193333"/>
                </a:solidFill>
                <a:latin typeface="Segoe UI"/>
                <a:ea typeface="Segoe UI"/>
                <a:cs typeface="Segoe UI"/>
              </a:defRPr>
            </a:pPr>
            <a:r>
              <a:rPr sz="2025" b="0">
                <a:solidFill>
                  <a:srgbClr val="193333"/>
                </a:solidFill>
                <a:latin typeface="Segoe UI"/>
                <a:ea typeface="Segoe UI"/>
                <a:cs typeface="Segoe UI"/>
              </a:rPr>
              <a:t>Baja durante una notificación.</a:t>
            </a:r>
          </a:p>
          <a:p xmlns:a="http://schemas.openxmlformats.org/drawingml/2006/main">
            <a:pPr>
              <a:defRPr sz="2025" b="0">
                <a:solidFill>
                  <a:srgbClr val="193333"/>
                </a:solidFill>
                <a:latin typeface="Segoe UI"/>
                <a:ea typeface="Segoe UI"/>
                <a:cs typeface="Segoe UI"/>
              </a:defRPr>
            </a:pPr>
            <a:r>
              <a:rPr sz="2025" b="0">
                <a:solidFill>
                  <a:srgbClr val="193333"/>
                </a:solidFill>
                <a:latin typeface="Segoe UI"/>
                <a:ea typeface="Segoe UI"/>
                <a:cs typeface="Segoe UI"/>
              </a:rPr>
              <a:t>Rechazo de un aviso vacío.</a:t>
            </a:r>
          </a:p>
        </p:txBody>
      </p:sp>
    </p:spTree>
    <p:extLst>
      <p:ext uri="{BB962C8B-B14F-4D97-AF65-F5344CB8AC3E}">
        <p14:creationId xmlns:p14="http://schemas.microsoft.com/office/powerpoint/2010/main" val="57934629"/>
      </p:ext>
    </p:extLst>
  </p:cSld>
</p:sld>
</file>

<file path=ppt/slides/slide1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F29EFB-C080-44D7-9EB6-5AC82CD64C91}"/>
              </a:ext>
            </a:extLst>
          </p:cNvPr>
          <p:cNvSpPr>
            <a:spLocks xmlns:a="http://schemas.openxmlformats.org/drawingml/2006/main" noGrp="1"/>
          </p:cNvSpPr>
          <p:nvPr/>
        </p:nvSpPr>
        <p:spPr>
          <a:xfrm xmlns:a="http://schemas.openxmlformats.org/drawingml/2006/main">
            <a:off x="609600" y="4667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1">
                <a:solidFill>
                  <a:srgbClr val="193333"/>
                </a:solidFill>
                <a:latin typeface="Segoe UI"/>
                <a:ea typeface="Segoe UI"/>
                <a:cs typeface="Segoe UI"/>
              </a:defRPr>
            </a:pPr>
            <a:r>
              <a:rPr sz="3600" b="1">
                <a:solidFill>
                  <a:srgbClr val="193333"/>
                </a:solidFill>
                <a:latin typeface="Segoe UI"/>
                <a:ea typeface="Segoe UI"/>
                <a:cs typeface="Segoe UI"/>
              </a:rPr>
              <a:t>Cuándo usarlo y qué cuidar</a:t>
            </a:r>
          </a:p>
        </p:txBody>
      </p:sp>
      <p:sp>
        <p:nvSpPr>
          <p:cNvPr id="2" name="">
            <a:extLst xmlns:a="http://schemas.openxmlformats.org/drawingml/2006/main">
              <a:ext uri="{FF2B5EF4-FFF2-40B4-BE49-F238E27FC236}">
                <a16:creationId xmlns:a16="http://schemas.microsoft.com/office/drawing/2014/main" id="{FB6CCFEC-A2C6-4CF0-9E41-C2435B2654BE}"/>
              </a:ext>
            </a:extLst>
          </p:cNvPr>
          <p:cNvSpPr>
            <a:spLocks xmlns:a="http://schemas.openxmlformats.org/drawingml/2006/main" noGrp="1"/>
          </p:cNvSpPr>
          <p:nvPr/>
        </p:nvSpPr>
        <p:spPr>
          <a:xfrm xmlns:a="http://schemas.openxmlformats.org/drawingml/2006/main">
            <a:off x="609600" y="6419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36B68"/>
                </a:solidFill>
                <a:latin typeface="Segoe UI"/>
                <a:ea typeface="Segoe UI"/>
                <a:cs typeface="Segoe UI"/>
              </a:defRPr>
            </a:pPr>
            <a:r>
              <a:rPr sz="1200" b="0">
                <a:solidFill>
                  <a:srgbClr val="536B68"/>
                </a:solidFill>
                <a:latin typeface="Segoe UI"/>
                <a:ea typeface="Segoe UI"/>
                <a:cs typeface="Segoe UI"/>
              </a:rPr>
              <a:t>OBSERVER · AVISOS DE UN CURSO</a:t>
            </a:r>
          </a:p>
        </p:txBody>
      </p:sp>
      <p:sp>
        <p:nvSpPr>
          <p:cNvPr id="3" name="">
            <a:extLst xmlns:a="http://schemas.openxmlformats.org/drawingml/2006/main">
              <a:ext uri="{FF2B5EF4-FFF2-40B4-BE49-F238E27FC236}">
                <a16:creationId xmlns:a16="http://schemas.microsoft.com/office/drawing/2014/main" id="{57D36041-650A-4DFD-9C12-351C348A03CE}"/>
              </a:ext>
            </a:extLst>
          </p:cNvPr>
          <p:cNvSpPr>
            <a:spLocks xmlns:a="http://schemas.openxmlformats.org/drawingml/2006/main" noGrp="1"/>
          </p:cNvSpPr>
          <p:nvPr/>
        </p:nvSpPr>
        <p:spPr>
          <a:xfrm xmlns:a="http://schemas.openxmlformats.org/drawingml/2006/main">
            <a:off x="110299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36B68"/>
                </a:solidFill>
                <a:latin typeface="Segoe UI"/>
                <a:ea typeface="Segoe UI"/>
                <a:cs typeface="Segoe UI"/>
              </a:defRPr>
            </a:pPr>
            <a:r>
              <a:rPr sz="1500" b="0">
                <a:solidFill>
                  <a:srgbClr val="536B68"/>
                </a:solidFill>
                <a:latin typeface="Segoe UI"/>
                <a:ea typeface="Segoe UI"/>
                <a:cs typeface="Segoe UI"/>
              </a:rPr>
              <a:t>10</a:t>
            </a:r>
          </a:p>
        </p:txBody>
      </p:sp>
      <p:sp>
        <p:nvSpPr>
          <p:cNvPr id="4" name="">
            <a:extLst xmlns:a="http://schemas.openxmlformats.org/drawingml/2006/main">
              <a:ext uri="{FF2B5EF4-FFF2-40B4-BE49-F238E27FC236}">
                <a16:creationId xmlns:a16="http://schemas.microsoft.com/office/drawing/2014/main" id="{A5967E07-D55A-4903-824F-366A3D5D9FDA}"/>
              </a:ext>
            </a:extLst>
          </p:cNvPr>
          <p:cNvSpPr>
            <a:spLocks xmlns:a="http://schemas.openxmlformats.org/drawingml/2006/main" noGrp="1"/>
          </p:cNvSpPr>
          <p:nvPr/>
        </p:nvSpPr>
        <p:spPr>
          <a:xfrm xmlns:a="http://schemas.openxmlformats.org/drawingml/2006/main">
            <a:off x="609600" y="17145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1">
                <a:solidFill>
                  <a:srgbClr val="087F6F"/>
                </a:solidFill>
                <a:latin typeface="Segoe UI"/>
                <a:ea typeface="Segoe UI"/>
                <a:cs typeface="Segoe UI"/>
              </a:defRPr>
            </a:pPr>
            <a:r>
              <a:rPr sz="2700" b="1">
                <a:solidFill>
                  <a:srgbClr val="087F6F"/>
                </a:solidFill>
                <a:latin typeface="Segoe UI"/>
                <a:ea typeface="Segoe UI"/>
                <a:cs typeface="Segoe UI"/>
              </a:rPr>
              <a:t>Usarlo</a:t>
            </a:r>
          </a:p>
        </p:txBody>
      </p:sp>
      <p:sp>
        <p:nvSpPr>
          <p:cNvPr id="5" name="">
            <a:extLst xmlns:a="http://schemas.openxmlformats.org/drawingml/2006/main">
              <a:ext uri="{FF2B5EF4-FFF2-40B4-BE49-F238E27FC236}">
                <a16:creationId xmlns:a16="http://schemas.microsoft.com/office/drawing/2014/main" id="{350E3101-1346-4E60-8D23-395B3B362626}"/>
              </a:ext>
            </a:extLst>
          </p:cNvPr>
          <p:cNvSpPr>
            <a:spLocks xmlns:a="http://schemas.openxmlformats.org/drawingml/2006/main" noGrp="1"/>
          </p:cNvSpPr>
          <p:nvPr/>
        </p:nvSpPr>
        <p:spPr>
          <a:xfrm xmlns:a="http://schemas.openxmlformats.org/drawingml/2006/main">
            <a:off x="609600" y="2552700"/>
            <a:ext cx="5238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93333"/>
                </a:solidFill>
                <a:latin typeface="Segoe UI"/>
                <a:ea typeface="Segoe UI"/>
                <a:cs typeface="Segoe UI"/>
              </a:defRPr>
            </a:pPr>
            <a:r>
              <a:rPr sz="2175" b="0">
                <a:solidFill>
                  <a:srgbClr val="193333"/>
                </a:solidFill>
                <a:latin typeface="Segoe UI"/>
                <a:ea typeface="Segoe UI"/>
                <a:cs typeface="Segoe UI"/>
              </a:rPr>
              <a:t>Varios receptores reaccionan</a:t>
            </a:r>
          </a:p>
          <a:p xmlns:a="http://schemas.openxmlformats.org/drawingml/2006/main">
            <a:pPr>
              <a:defRPr sz="2175" b="0">
                <a:solidFill>
                  <a:srgbClr val="193333"/>
                </a:solidFill>
                <a:latin typeface="Segoe UI"/>
                <a:ea typeface="Segoe UI"/>
                <a:cs typeface="Segoe UI"/>
              </a:defRPr>
            </a:pPr>
            <a:r>
              <a:rPr sz="2175" b="0">
                <a:solidFill>
                  <a:srgbClr val="193333"/>
                </a:solidFill>
                <a:latin typeface="Segoe UI"/>
                <a:ea typeface="Segoe UI"/>
                <a:cs typeface="Segoe UI"/>
              </a:rPr>
              <a:t>a cambios del mismo sujeto.</a:t>
            </a:r>
          </a:p>
          <a:p xmlns:a="http://schemas.openxmlformats.org/drawingml/2006/main">
            <a:pPr>
              <a:defRPr sz="2175" b="0">
                <a:solidFill>
                  <a:srgbClr val="193333"/>
                </a:solidFill>
                <a:latin typeface="Segoe UI"/>
                <a:ea typeface="Segoe UI"/>
                <a:cs typeface="Segoe UI"/>
              </a:defRPr>
            </a:pPr>
            <a:r>
              <a:rPr sz="2175" b="0">
                <a:solidFill>
                  <a:srgbClr val="193333"/>
                </a:solidFill>
                <a:latin typeface="Segoe UI"/>
                <a:ea typeface="Segoe UI"/>
                <a:cs typeface="Segoe UI"/>
              </a:rPr>
              <a:t>Las suscripciones cambian en ejecución.</a:t>
            </a:r>
          </a:p>
        </p:txBody>
      </p:sp>
      <p:sp>
        <p:nvSpPr>
          <p:cNvPr id="6" name="">
            <a:extLst xmlns:a="http://schemas.openxmlformats.org/drawingml/2006/main">
              <a:ext uri="{FF2B5EF4-FFF2-40B4-BE49-F238E27FC236}">
                <a16:creationId xmlns:a16="http://schemas.microsoft.com/office/drawing/2014/main" id="{8EACDED4-D20F-4E15-A191-7B2A67FEC443}"/>
              </a:ext>
            </a:extLst>
          </p:cNvPr>
          <p:cNvSpPr>
            <a:spLocks xmlns:a="http://schemas.openxmlformats.org/drawingml/2006/main" noGrp="1"/>
          </p:cNvSpPr>
          <p:nvPr/>
        </p:nvSpPr>
        <p:spPr>
          <a:xfrm xmlns:a="http://schemas.openxmlformats.org/drawingml/2006/main">
            <a:off x="6410325" y="17145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1">
                <a:solidFill>
                  <a:srgbClr val="AE4D29"/>
                </a:solidFill>
                <a:latin typeface="Segoe UI"/>
                <a:ea typeface="Segoe UI"/>
                <a:cs typeface="Segoe UI"/>
              </a:defRPr>
            </a:pPr>
            <a:r>
              <a:rPr sz="2700" b="1">
                <a:solidFill>
                  <a:srgbClr val="AE4D29"/>
                </a:solidFill>
                <a:latin typeface="Segoe UI"/>
                <a:ea typeface="Segoe UI"/>
                <a:cs typeface="Segoe UI"/>
              </a:rPr>
              <a:t>Cuidar</a:t>
            </a:r>
          </a:p>
        </p:txBody>
      </p:sp>
      <p:sp>
        <p:nvSpPr>
          <p:cNvPr id="7" name="">
            <a:extLst xmlns:a="http://schemas.openxmlformats.org/drawingml/2006/main">
              <a:ext uri="{FF2B5EF4-FFF2-40B4-BE49-F238E27FC236}">
                <a16:creationId xmlns:a16="http://schemas.microsoft.com/office/drawing/2014/main" id="{4A7AFB1F-6E20-4CBA-B679-D22298EB7B4E}"/>
              </a:ext>
            </a:extLst>
          </p:cNvPr>
          <p:cNvSpPr>
            <a:spLocks xmlns:a="http://schemas.openxmlformats.org/drawingml/2006/main" noGrp="1"/>
          </p:cNvSpPr>
          <p:nvPr/>
        </p:nvSpPr>
        <p:spPr>
          <a:xfrm xmlns:a="http://schemas.openxmlformats.org/drawingml/2006/main">
            <a:off x="6410325" y="2552700"/>
            <a:ext cx="517207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93333"/>
                </a:solidFill>
                <a:latin typeface="Segoe UI"/>
                <a:ea typeface="Segoe UI"/>
                <a:cs typeface="Segoe UI"/>
              </a:defRPr>
            </a:pPr>
            <a:r>
              <a:rPr sz="2175" b="0">
                <a:solidFill>
                  <a:srgbClr val="193333"/>
                </a:solidFill>
                <a:latin typeface="Segoe UI"/>
                <a:ea typeface="Segoe UI"/>
                <a:cs typeface="Segoe UI"/>
              </a:rPr>
              <a:t>Gestionar las bajas.</a:t>
            </a:r>
          </a:p>
          <a:p xmlns:a="http://schemas.openxmlformats.org/drawingml/2006/main">
            <a:pPr>
              <a:defRPr sz="2175" b="0">
                <a:solidFill>
                  <a:srgbClr val="193333"/>
                </a:solidFill>
                <a:latin typeface="Segoe UI"/>
                <a:ea typeface="Segoe UI"/>
                <a:cs typeface="Segoe UI"/>
              </a:defRPr>
            </a:pPr>
            <a:r>
              <a:rPr sz="2175" b="0">
                <a:solidFill>
                  <a:srgbClr val="193333"/>
                </a:solidFill>
                <a:latin typeface="Segoe UI"/>
                <a:ea typeface="Segoe UI"/>
                <a:cs typeface="Segoe UI"/>
              </a:rPr>
              <a:t>Un receptor lento demora la ronda.</a:t>
            </a:r>
          </a:p>
          <a:p xmlns:a="http://schemas.openxmlformats.org/drawingml/2006/main">
            <a:pPr>
              <a:defRPr sz="2175" b="0">
                <a:solidFill>
                  <a:srgbClr val="193333"/>
                </a:solidFill>
                <a:latin typeface="Segoe UI"/>
                <a:ea typeface="Segoe UI"/>
                <a:cs typeface="Segoe UI"/>
              </a:defRPr>
            </a:pPr>
            <a:r>
              <a:rPr sz="2175" b="0">
                <a:solidFill>
                  <a:srgbClr val="193333"/>
                </a:solidFill>
                <a:latin typeface="Segoe UI"/>
                <a:ea typeface="Segoe UI"/>
                <a:cs typeface="Segoe UI"/>
              </a:rPr>
              <a:t>Una excepción interrumpe la entrega.</a:t>
            </a:r>
          </a:p>
        </p:txBody>
      </p:sp>
      <p:sp>
        <p:nvSpPr>
          <p:cNvPr id="8" name="">
            <a:extLst xmlns:a="http://schemas.openxmlformats.org/drawingml/2006/main">
              <a:ext uri="{FF2B5EF4-FFF2-40B4-BE49-F238E27FC236}">
                <a16:creationId xmlns:a16="http://schemas.microsoft.com/office/drawing/2014/main" id="{2D062591-FE1E-4E61-B777-1E30464D0E3C}"/>
              </a:ext>
            </a:extLst>
          </p:cNvPr>
          <p:cNvSpPr>
            <a:spLocks xmlns:a="http://schemas.openxmlformats.org/drawingml/2006/main" noGrp="1"/>
          </p:cNvSpPr>
          <p:nvPr/>
        </p:nvSpPr>
        <p:spPr>
          <a:xfrm xmlns:a="http://schemas.openxmlformats.org/drawingml/2006/main">
            <a:off x="609600" y="47529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93333"/>
                </a:solidFill>
                <a:latin typeface="Segoe UI"/>
                <a:ea typeface="Segoe UI"/>
                <a:cs typeface="Segoe UI"/>
              </a:defRPr>
            </a:pPr>
            <a:r>
              <a:rPr sz="2325" b="1">
                <a:solidFill>
                  <a:srgbClr val="193333"/>
                </a:solidFill>
                <a:latin typeface="Segoe UI"/>
                <a:ea typeface="Segoe UI"/>
                <a:cs typeface="Segoe UI"/>
              </a:rPr>
              <a:t>Idea para recordar</a:t>
            </a:r>
          </a:p>
        </p:txBody>
      </p:sp>
      <p:sp>
        <p:nvSpPr>
          <p:cNvPr id="9" name="">
            <a:extLst xmlns:a="http://schemas.openxmlformats.org/drawingml/2006/main">
              <a:ext uri="{FF2B5EF4-FFF2-40B4-BE49-F238E27FC236}">
                <a16:creationId xmlns:a16="http://schemas.microsoft.com/office/drawing/2014/main" id="{E942990E-529B-4182-A376-8420D12C351A}"/>
              </a:ext>
            </a:extLst>
          </p:cNvPr>
          <p:cNvSpPr>
            <a:spLocks xmlns:a="http://schemas.openxmlformats.org/drawingml/2006/main" noGrp="1"/>
          </p:cNvSpPr>
          <p:nvPr/>
        </p:nvSpPr>
        <p:spPr>
          <a:xfrm xmlns:a="http://schemas.openxmlformats.org/drawingml/2006/main">
            <a:off x="609600" y="5381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087F6F"/>
                </a:solidFill>
                <a:latin typeface="Segoe UI"/>
                <a:ea typeface="Segoe UI"/>
                <a:cs typeface="Segoe UI"/>
              </a:defRPr>
            </a:pPr>
            <a:r>
              <a:rPr sz="2400" b="0">
                <a:solidFill>
                  <a:srgbClr val="087F6F"/>
                </a:solidFill>
                <a:latin typeface="Segoe UI"/>
                <a:ea typeface="Segoe UI"/>
                <a:cs typeface="Segoe UI"/>
              </a:rPr>
              <a:t>Curso conoce Observador; cada receptor decide cómo actualizarse.</a:t>
            </a:r>
          </a:p>
        </p:txBody>
      </p:sp>
    </p:spTree>
    <p:extLst>
      <p:ext uri="{BB962C8B-B14F-4D97-AF65-F5344CB8AC3E}">
        <p14:creationId xmlns:p14="http://schemas.microsoft.com/office/powerpoint/2010/main" val="10981286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2026-10-05T19:24:40.7350000Z</dcterms:created>
  <dcterms:modified xsi:type="dcterms:W3CDTF">2026-10-05T19:24:40.7350000Z</dcterms:modified>
</coreProperties>
</file>